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64" r:id="rId3"/>
    <p:sldId id="265" r:id="rId4"/>
    <p:sldId id="270" r:id="rId5"/>
    <p:sldId id="272" r:id="rId6"/>
  </p:sldIdLst>
  <p:sldSz cx="12192000" cy="6858000"/>
  <p:notesSz cx="6858000" cy="9144000"/>
  <p:custDataLst>
    <p:tags r:id="rId8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60" autoAdjust="0"/>
  </p:normalViewPr>
  <p:slideViewPr>
    <p:cSldViewPr>
      <p:cViewPr varScale="1">
        <p:scale>
          <a:sx n="125" d="100"/>
          <a:sy n="125" d="100"/>
        </p:scale>
        <p:origin x="322" y="9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image" Target="../media/image4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image" Target="../media/image4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B27ED5-18C9-48EF-B2C5-0FCA83CD86A1}" type="doc">
      <dgm:prSet loTypeId="urn:microsoft.com/office/officeart/2008/layout/PictureStrips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CEB7DCA1-E39A-4718-8275-6AC1B7C81D8A}">
      <dgm:prSet phldrT="[Текст]" custT="1"/>
      <dgm:spPr/>
      <dgm:t>
        <a:bodyPr/>
        <a:lstStyle/>
        <a:p>
          <a:r>
            <a:rPr lang="ru-RU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Повышение операционной эффективности, улучшения производительности и снижения издержек</a:t>
          </a:r>
        </a:p>
      </dgm:t>
    </dgm:pt>
    <dgm:pt modelId="{635A7430-3CFB-409A-A6A6-7FDCFCC43A9E}" type="parTrans" cxnId="{4D4A2B04-1698-461E-AFBD-D7497F730CAB}">
      <dgm:prSet/>
      <dgm:spPr/>
      <dgm:t>
        <a:bodyPr/>
        <a:lstStyle/>
        <a:p>
          <a:endParaRPr lang="ru-RU"/>
        </a:p>
      </dgm:t>
    </dgm:pt>
    <dgm:pt modelId="{34C21B70-778B-4C41-88C4-5B6B7D4365DB}" type="sibTrans" cxnId="{4D4A2B04-1698-461E-AFBD-D7497F730CAB}">
      <dgm:prSet/>
      <dgm:spPr/>
      <dgm:t>
        <a:bodyPr/>
        <a:lstStyle/>
        <a:p>
          <a:endParaRPr lang="ru-RU"/>
        </a:p>
      </dgm:t>
    </dgm:pt>
    <dgm:pt modelId="{0639E7FD-386D-4C4B-B302-CC3D6DA0071D}">
      <dgm:prSet phldrT="[Текст]" custT="1"/>
      <dgm:spPr/>
      <dgm:t>
        <a:bodyPr/>
        <a:lstStyle/>
        <a:p>
          <a:r>
            <a:rPr lang="ru-RU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Расширение бизнеса, внедрение современных технологий и инноваций в области производства, продвижения и управления</a:t>
          </a:r>
        </a:p>
      </dgm:t>
    </dgm:pt>
    <dgm:pt modelId="{233787A9-57DD-426D-9E84-4353703DFD4A}" type="parTrans" cxnId="{698C2F7D-2C63-4ECC-BE2C-508C8408EECF}">
      <dgm:prSet/>
      <dgm:spPr/>
      <dgm:t>
        <a:bodyPr/>
        <a:lstStyle/>
        <a:p>
          <a:endParaRPr lang="ru-RU"/>
        </a:p>
      </dgm:t>
    </dgm:pt>
    <dgm:pt modelId="{1C1B4428-5ACF-4B9F-A2A4-3ECC612E83F4}" type="sibTrans" cxnId="{698C2F7D-2C63-4ECC-BE2C-508C8408EECF}">
      <dgm:prSet/>
      <dgm:spPr/>
      <dgm:t>
        <a:bodyPr/>
        <a:lstStyle/>
        <a:p>
          <a:endParaRPr lang="ru-RU"/>
        </a:p>
      </dgm:t>
    </dgm:pt>
    <dgm:pt modelId="{45F44BB6-19B2-4BDA-AA1D-4E6F5E146384}">
      <dgm:prSet phldrT="[Текст]" custT="1"/>
      <dgm:spPr/>
      <dgm:t>
        <a:bodyPr/>
        <a:lstStyle/>
        <a:p>
          <a:r>
            <a:rPr lang="ru-RU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Обеспечение экологической безопасности и поддержания безопасных условий труда</a:t>
          </a:r>
        </a:p>
      </dgm:t>
    </dgm:pt>
    <dgm:pt modelId="{BF70AA22-9E91-4DE6-A4A9-0CECF9ED1346}" type="parTrans" cxnId="{BF34BE8C-308A-4B61-ACD9-6A02F14A44BB}">
      <dgm:prSet/>
      <dgm:spPr/>
      <dgm:t>
        <a:bodyPr/>
        <a:lstStyle/>
        <a:p>
          <a:endParaRPr lang="ru-RU"/>
        </a:p>
      </dgm:t>
    </dgm:pt>
    <dgm:pt modelId="{892A00AB-E88E-4323-8E70-3D0FBF62F73D}" type="sibTrans" cxnId="{BF34BE8C-308A-4B61-ACD9-6A02F14A44BB}">
      <dgm:prSet/>
      <dgm:spPr/>
      <dgm:t>
        <a:bodyPr/>
        <a:lstStyle/>
        <a:p>
          <a:endParaRPr lang="ru-RU"/>
        </a:p>
      </dgm:t>
    </dgm:pt>
    <dgm:pt modelId="{A0F71692-0576-4491-AE72-A6E200C43A40}">
      <dgm:prSet phldrT="[Текст]" custT="1"/>
      <dgm:spPr/>
      <dgm:t>
        <a:bodyPr/>
        <a:lstStyle/>
        <a:p>
          <a:r>
            <a:rPr lang="ru-RU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Повышение качества продукции и индекса удовлетворенности клиентов</a:t>
          </a:r>
        </a:p>
      </dgm:t>
    </dgm:pt>
    <dgm:pt modelId="{CC4A6C53-EEB0-4B9C-BFC2-8F0DDA5B1C0D}" type="parTrans" cxnId="{D100F6AA-DFE5-4AC5-8275-F5A9CAB7AF11}">
      <dgm:prSet/>
      <dgm:spPr/>
      <dgm:t>
        <a:bodyPr/>
        <a:lstStyle/>
        <a:p>
          <a:endParaRPr lang="ru-RU"/>
        </a:p>
      </dgm:t>
    </dgm:pt>
    <dgm:pt modelId="{C83F428D-3089-4FC6-B293-DA28D4E22614}" type="sibTrans" cxnId="{D100F6AA-DFE5-4AC5-8275-F5A9CAB7AF11}">
      <dgm:prSet/>
      <dgm:spPr/>
      <dgm:t>
        <a:bodyPr/>
        <a:lstStyle/>
        <a:p>
          <a:endParaRPr lang="ru-RU"/>
        </a:p>
      </dgm:t>
    </dgm:pt>
    <dgm:pt modelId="{CE8CE146-3401-496E-B896-89EECC6C0258}">
      <dgm:prSet phldrT="[Текст]" custT="1"/>
      <dgm:spPr/>
      <dgm:t>
        <a:bodyPr/>
        <a:lstStyle/>
        <a:p>
          <a:r>
            <a:rPr lang="ru-RU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Поддержания благоприятного психологического климата в коллективе</a:t>
          </a:r>
        </a:p>
      </dgm:t>
    </dgm:pt>
    <dgm:pt modelId="{AF233EF0-A2C1-43B3-936B-0E629F3660F8}" type="parTrans" cxnId="{037AE5E8-49B3-4AE8-A932-077A8B48B1AF}">
      <dgm:prSet/>
      <dgm:spPr/>
      <dgm:t>
        <a:bodyPr/>
        <a:lstStyle/>
        <a:p>
          <a:endParaRPr lang="ru-RU"/>
        </a:p>
      </dgm:t>
    </dgm:pt>
    <dgm:pt modelId="{F3B49B97-1F6A-4317-8106-E9E643429695}" type="sibTrans" cxnId="{037AE5E8-49B3-4AE8-A932-077A8B48B1AF}">
      <dgm:prSet/>
      <dgm:spPr/>
      <dgm:t>
        <a:bodyPr/>
        <a:lstStyle/>
        <a:p>
          <a:endParaRPr lang="ru-RU"/>
        </a:p>
      </dgm:t>
    </dgm:pt>
    <dgm:pt modelId="{716F5C67-DDF1-480F-B2E9-EE3A30F0E8E2}" type="pres">
      <dgm:prSet presAssocID="{64B27ED5-18C9-48EF-B2C5-0FCA83CD86A1}" presName="Name0" presStyleCnt="0">
        <dgm:presLayoutVars>
          <dgm:dir/>
          <dgm:resizeHandles val="exact"/>
        </dgm:presLayoutVars>
      </dgm:prSet>
      <dgm:spPr/>
    </dgm:pt>
    <dgm:pt modelId="{56113710-74A0-41E2-B6E1-F5CC80C88E8C}" type="pres">
      <dgm:prSet presAssocID="{0639E7FD-386D-4C4B-B302-CC3D6DA0071D}" presName="composite" presStyleCnt="0"/>
      <dgm:spPr/>
    </dgm:pt>
    <dgm:pt modelId="{BF82EBAD-CF24-46D3-8B75-9FB706901663}" type="pres">
      <dgm:prSet presAssocID="{0639E7FD-386D-4C4B-B302-CC3D6DA0071D}" presName="rect1" presStyleLbl="trAlignAcc1" presStyleIdx="0" presStyleCnt="5" custScaleX="97009" custScaleY="100540">
        <dgm:presLayoutVars>
          <dgm:bulletEnabled val="1"/>
        </dgm:presLayoutVars>
      </dgm:prSet>
      <dgm:spPr/>
    </dgm:pt>
    <dgm:pt modelId="{79166B1A-5779-43B0-9F7B-EE9B27240422}" type="pres">
      <dgm:prSet presAssocID="{0639E7FD-386D-4C4B-B302-CC3D6DA0071D}" presName="rect2" presStyleLbl="fgImgPlace1" presStyleIdx="0" presStyleCnt="5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9000" r="-59000"/>
          </a:stretch>
        </a:blipFill>
      </dgm:spPr>
    </dgm:pt>
    <dgm:pt modelId="{08700034-DA2F-4190-9921-898FF0477030}" type="pres">
      <dgm:prSet presAssocID="{1C1B4428-5ACF-4B9F-A2A4-3ECC612E83F4}" presName="sibTrans" presStyleCnt="0"/>
      <dgm:spPr/>
    </dgm:pt>
    <dgm:pt modelId="{EEB46B67-805F-4437-BFF9-6A40C51FB846}" type="pres">
      <dgm:prSet presAssocID="{CEB7DCA1-E39A-4718-8275-6AC1B7C81D8A}" presName="composite" presStyleCnt="0"/>
      <dgm:spPr/>
    </dgm:pt>
    <dgm:pt modelId="{23E87EC9-102B-4110-8CAD-CC24361A57B7}" type="pres">
      <dgm:prSet presAssocID="{CEB7DCA1-E39A-4718-8275-6AC1B7C81D8A}" presName="rect1" presStyleLbl="trAlignAcc1" presStyleIdx="1" presStyleCnt="5" custScaleX="94372" custScaleY="100323">
        <dgm:presLayoutVars>
          <dgm:bulletEnabled val="1"/>
        </dgm:presLayoutVars>
      </dgm:prSet>
      <dgm:spPr/>
    </dgm:pt>
    <dgm:pt modelId="{9BE8412F-E1E3-4F57-9B39-656AC46B2CA0}" type="pres">
      <dgm:prSet presAssocID="{CEB7DCA1-E39A-4718-8275-6AC1B7C81D8A}" presName="rect2" presStyleLbl="fgImgPlace1" presStyleIdx="1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3000" r="-63000"/>
          </a:stretch>
        </a:blipFill>
      </dgm:spPr>
    </dgm:pt>
    <dgm:pt modelId="{8D430DC6-114A-4CD3-8DB8-4C2C094F3974}" type="pres">
      <dgm:prSet presAssocID="{34C21B70-778B-4C41-88C4-5B6B7D4365DB}" presName="sibTrans" presStyleCnt="0"/>
      <dgm:spPr/>
    </dgm:pt>
    <dgm:pt modelId="{6DA751C1-6AD6-4E76-A59E-9C36CF26EA60}" type="pres">
      <dgm:prSet presAssocID="{45F44BB6-19B2-4BDA-AA1D-4E6F5E146384}" presName="composite" presStyleCnt="0"/>
      <dgm:spPr/>
    </dgm:pt>
    <dgm:pt modelId="{B68CC272-89B1-443B-8102-38351CFA33EF}" type="pres">
      <dgm:prSet presAssocID="{45F44BB6-19B2-4BDA-AA1D-4E6F5E146384}" presName="rect1" presStyleLbl="trAlignAcc1" presStyleIdx="2" presStyleCnt="5">
        <dgm:presLayoutVars>
          <dgm:bulletEnabled val="1"/>
        </dgm:presLayoutVars>
      </dgm:prSet>
      <dgm:spPr/>
    </dgm:pt>
    <dgm:pt modelId="{211B4902-469A-4C85-B0AA-C99A8E26447E}" type="pres">
      <dgm:prSet presAssocID="{45F44BB6-19B2-4BDA-AA1D-4E6F5E146384}" presName="rect2" presStyleLbl="fgImgPlace1" presStyleIdx="2" presStyleCnt="5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</dgm:spPr>
    </dgm:pt>
    <dgm:pt modelId="{9DF94277-EE68-47EF-8DE7-B8CE0306A2AD}" type="pres">
      <dgm:prSet presAssocID="{892A00AB-E88E-4323-8E70-3D0FBF62F73D}" presName="sibTrans" presStyleCnt="0"/>
      <dgm:spPr/>
    </dgm:pt>
    <dgm:pt modelId="{3B605505-87E4-4BEB-9515-E76CE6B1D8AC}" type="pres">
      <dgm:prSet presAssocID="{A0F71692-0576-4491-AE72-A6E200C43A40}" presName="composite" presStyleCnt="0"/>
      <dgm:spPr/>
    </dgm:pt>
    <dgm:pt modelId="{883E93CA-03BF-46C4-A21A-C94CA1D434DF}" type="pres">
      <dgm:prSet presAssocID="{A0F71692-0576-4491-AE72-A6E200C43A40}" presName="rect1" presStyleLbl="trAlignAcc1" presStyleIdx="3" presStyleCnt="5">
        <dgm:presLayoutVars>
          <dgm:bulletEnabled val="1"/>
        </dgm:presLayoutVars>
      </dgm:prSet>
      <dgm:spPr/>
    </dgm:pt>
    <dgm:pt modelId="{6976D84B-D546-47B7-9A3E-A3D637858A24}" type="pres">
      <dgm:prSet presAssocID="{A0F71692-0576-4491-AE72-A6E200C43A40}" presName="rect2" presStyleLbl="fgImgPlace1" presStyleIdx="3" presStyleCnt="5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3000" r="-93000"/>
          </a:stretch>
        </a:blipFill>
      </dgm:spPr>
    </dgm:pt>
    <dgm:pt modelId="{38FC1CCE-3BDC-4A5A-98F0-D8E6D4547C3A}" type="pres">
      <dgm:prSet presAssocID="{C83F428D-3089-4FC6-B293-DA28D4E22614}" presName="sibTrans" presStyleCnt="0"/>
      <dgm:spPr/>
    </dgm:pt>
    <dgm:pt modelId="{61F1E93B-D24B-4458-AC0F-9D86364CBAA6}" type="pres">
      <dgm:prSet presAssocID="{CE8CE146-3401-496E-B896-89EECC6C0258}" presName="composite" presStyleCnt="0"/>
      <dgm:spPr/>
    </dgm:pt>
    <dgm:pt modelId="{16C0D0AA-2A22-4FE2-A684-2E91744ACEA6}" type="pres">
      <dgm:prSet presAssocID="{CE8CE146-3401-496E-B896-89EECC6C0258}" presName="rect1" presStyleLbl="trAlignAcc1" presStyleIdx="4" presStyleCnt="5">
        <dgm:presLayoutVars>
          <dgm:bulletEnabled val="1"/>
        </dgm:presLayoutVars>
      </dgm:prSet>
      <dgm:spPr/>
    </dgm:pt>
    <dgm:pt modelId="{5869243E-9F48-44FE-8974-C7DD7D3B3D3A}" type="pres">
      <dgm:prSet presAssocID="{CE8CE146-3401-496E-B896-89EECC6C0258}" presName="rect2" presStyleLbl="fgImgPlace1" presStyleIdx="4" presStyleCnt="5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3000" r="-63000"/>
          </a:stretch>
        </a:blipFill>
      </dgm:spPr>
    </dgm:pt>
  </dgm:ptLst>
  <dgm:cxnLst>
    <dgm:cxn modelId="{4D4A2B04-1698-461E-AFBD-D7497F730CAB}" srcId="{64B27ED5-18C9-48EF-B2C5-0FCA83CD86A1}" destId="{CEB7DCA1-E39A-4718-8275-6AC1B7C81D8A}" srcOrd="1" destOrd="0" parTransId="{635A7430-3CFB-409A-A6A6-7FDCFCC43A9E}" sibTransId="{34C21B70-778B-4C41-88C4-5B6B7D4365DB}"/>
    <dgm:cxn modelId="{2D05BB14-C587-470F-AF77-ACAC250EBE8B}" type="presOf" srcId="{45F44BB6-19B2-4BDA-AA1D-4E6F5E146384}" destId="{B68CC272-89B1-443B-8102-38351CFA33EF}" srcOrd="0" destOrd="0" presId="urn:microsoft.com/office/officeart/2008/layout/PictureStrips"/>
    <dgm:cxn modelId="{71D35E61-E238-4C63-8615-27ECA590E5B0}" type="presOf" srcId="{CE8CE146-3401-496E-B896-89EECC6C0258}" destId="{16C0D0AA-2A22-4FE2-A684-2E91744ACEA6}" srcOrd="0" destOrd="0" presId="urn:microsoft.com/office/officeart/2008/layout/PictureStrips"/>
    <dgm:cxn modelId="{CC054C49-4DC8-41B2-B449-F2E121E101BC}" type="presOf" srcId="{64B27ED5-18C9-48EF-B2C5-0FCA83CD86A1}" destId="{716F5C67-DDF1-480F-B2E9-EE3A30F0E8E2}" srcOrd="0" destOrd="0" presId="urn:microsoft.com/office/officeart/2008/layout/PictureStrips"/>
    <dgm:cxn modelId="{698C2F7D-2C63-4ECC-BE2C-508C8408EECF}" srcId="{64B27ED5-18C9-48EF-B2C5-0FCA83CD86A1}" destId="{0639E7FD-386D-4C4B-B302-CC3D6DA0071D}" srcOrd="0" destOrd="0" parTransId="{233787A9-57DD-426D-9E84-4353703DFD4A}" sibTransId="{1C1B4428-5ACF-4B9F-A2A4-3ECC612E83F4}"/>
    <dgm:cxn modelId="{BF34BE8C-308A-4B61-ACD9-6A02F14A44BB}" srcId="{64B27ED5-18C9-48EF-B2C5-0FCA83CD86A1}" destId="{45F44BB6-19B2-4BDA-AA1D-4E6F5E146384}" srcOrd="2" destOrd="0" parTransId="{BF70AA22-9E91-4DE6-A4A9-0CECF9ED1346}" sibTransId="{892A00AB-E88E-4323-8E70-3D0FBF62F73D}"/>
    <dgm:cxn modelId="{D100F6AA-DFE5-4AC5-8275-F5A9CAB7AF11}" srcId="{64B27ED5-18C9-48EF-B2C5-0FCA83CD86A1}" destId="{A0F71692-0576-4491-AE72-A6E200C43A40}" srcOrd="3" destOrd="0" parTransId="{CC4A6C53-EEB0-4B9C-BFC2-8F0DDA5B1C0D}" sibTransId="{C83F428D-3089-4FC6-B293-DA28D4E22614}"/>
    <dgm:cxn modelId="{BC5B7BBC-CBA9-469C-A302-DA53471F6CC2}" type="presOf" srcId="{CEB7DCA1-E39A-4718-8275-6AC1B7C81D8A}" destId="{23E87EC9-102B-4110-8CAD-CC24361A57B7}" srcOrd="0" destOrd="0" presId="urn:microsoft.com/office/officeart/2008/layout/PictureStrips"/>
    <dgm:cxn modelId="{B5BD24C4-DD41-43F2-9E82-8F4D64FDDD97}" type="presOf" srcId="{A0F71692-0576-4491-AE72-A6E200C43A40}" destId="{883E93CA-03BF-46C4-A21A-C94CA1D434DF}" srcOrd="0" destOrd="0" presId="urn:microsoft.com/office/officeart/2008/layout/PictureStrips"/>
    <dgm:cxn modelId="{055F28D1-D052-466F-9A0C-39A195950CCD}" type="presOf" srcId="{0639E7FD-386D-4C4B-B302-CC3D6DA0071D}" destId="{BF82EBAD-CF24-46D3-8B75-9FB706901663}" srcOrd="0" destOrd="0" presId="urn:microsoft.com/office/officeart/2008/layout/PictureStrips"/>
    <dgm:cxn modelId="{037AE5E8-49B3-4AE8-A932-077A8B48B1AF}" srcId="{64B27ED5-18C9-48EF-B2C5-0FCA83CD86A1}" destId="{CE8CE146-3401-496E-B896-89EECC6C0258}" srcOrd="4" destOrd="0" parTransId="{AF233EF0-A2C1-43B3-936B-0E629F3660F8}" sibTransId="{F3B49B97-1F6A-4317-8106-E9E643429695}"/>
    <dgm:cxn modelId="{8A3CDC25-D979-493E-8CF6-24C289B4DBE9}" type="presParOf" srcId="{716F5C67-DDF1-480F-B2E9-EE3A30F0E8E2}" destId="{56113710-74A0-41E2-B6E1-F5CC80C88E8C}" srcOrd="0" destOrd="0" presId="urn:microsoft.com/office/officeart/2008/layout/PictureStrips"/>
    <dgm:cxn modelId="{74058490-6664-4F0E-9D97-525538379C71}" type="presParOf" srcId="{56113710-74A0-41E2-B6E1-F5CC80C88E8C}" destId="{BF82EBAD-CF24-46D3-8B75-9FB706901663}" srcOrd="0" destOrd="0" presId="urn:microsoft.com/office/officeart/2008/layout/PictureStrips"/>
    <dgm:cxn modelId="{77F8801F-EFA0-42AC-9517-B8D2C609C2BC}" type="presParOf" srcId="{56113710-74A0-41E2-B6E1-F5CC80C88E8C}" destId="{79166B1A-5779-43B0-9F7B-EE9B27240422}" srcOrd="1" destOrd="0" presId="urn:microsoft.com/office/officeart/2008/layout/PictureStrips"/>
    <dgm:cxn modelId="{35A9A2C4-7B30-4195-9463-B745E994E3EE}" type="presParOf" srcId="{716F5C67-DDF1-480F-B2E9-EE3A30F0E8E2}" destId="{08700034-DA2F-4190-9921-898FF0477030}" srcOrd="1" destOrd="0" presId="urn:microsoft.com/office/officeart/2008/layout/PictureStrips"/>
    <dgm:cxn modelId="{229715FD-AFE6-4C98-8689-1339CFC62389}" type="presParOf" srcId="{716F5C67-DDF1-480F-B2E9-EE3A30F0E8E2}" destId="{EEB46B67-805F-4437-BFF9-6A40C51FB846}" srcOrd="2" destOrd="0" presId="urn:microsoft.com/office/officeart/2008/layout/PictureStrips"/>
    <dgm:cxn modelId="{5B339C5B-9C4B-4ABA-ABB1-6533675F6969}" type="presParOf" srcId="{EEB46B67-805F-4437-BFF9-6A40C51FB846}" destId="{23E87EC9-102B-4110-8CAD-CC24361A57B7}" srcOrd="0" destOrd="0" presId="urn:microsoft.com/office/officeart/2008/layout/PictureStrips"/>
    <dgm:cxn modelId="{5F394075-DE00-41DF-A53F-24BCBDEE14DD}" type="presParOf" srcId="{EEB46B67-805F-4437-BFF9-6A40C51FB846}" destId="{9BE8412F-E1E3-4F57-9B39-656AC46B2CA0}" srcOrd="1" destOrd="0" presId="urn:microsoft.com/office/officeart/2008/layout/PictureStrips"/>
    <dgm:cxn modelId="{E7909D27-C874-4C6A-9AFF-6FDB06B6E868}" type="presParOf" srcId="{716F5C67-DDF1-480F-B2E9-EE3A30F0E8E2}" destId="{8D430DC6-114A-4CD3-8DB8-4C2C094F3974}" srcOrd="3" destOrd="0" presId="urn:microsoft.com/office/officeart/2008/layout/PictureStrips"/>
    <dgm:cxn modelId="{23205587-FA7B-488B-AA04-040903FB3158}" type="presParOf" srcId="{716F5C67-DDF1-480F-B2E9-EE3A30F0E8E2}" destId="{6DA751C1-6AD6-4E76-A59E-9C36CF26EA60}" srcOrd="4" destOrd="0" presId="urn:microsoft.com/office/officeart/2008/layout/PictureStrips"/>
    <dgm:cxn modelId="{3F2F9715-5D22-4456-A783-E66E90F609D0}" type="presParOf" srcId="{6DA751C1-6AD6-4E76-A59E-9C36CF26EA60}" destId="{B68CC272-89B1-443B-8102-38351CFA33EF}" srcOrd="0" destOrd="0" presId="urn:microsoft.com/office/officeart/2008/layout/PictureStrips"/>
    <dgm:cxn modelId="{7F86F4A5-F983-48D2-90BF-6AD7D1E77B28}" type="presParOf" srcId="{6DA751C1-6AD6-4E76-A59E-9C36CF26EA60}" destId="{211B4902-469A-4C85-B0AA-C99A8E26447E}" srcOrd="1" destOrd="0" presId="urn:microsoft.com/office/officeart/2008/layout/PictureStrips"/>
    <dgm:cxn modelId="{250A17E9-CA2C-4BC6-8293-592BD1D33525}" type="presParOf" srcId="{716F5C67-DDF1-480F-B2E9-EE3A30F0E8E2}" destId="{9DF94277-EE68-47EF-8DE7-B8CE0306A2AD}" srcOrd="5" destOrd="0" presId="urn:microsoft.com/office/officeart/2008/layout/PictureStrips"/>
    <dgm:cxn modelId="{8E0960B5-896E-4138-BD8C-EF8E9B984CDF}" type="presParOf" srcId="{716F5C67-DDF1-480F-B2E9-EE3A30F0E8E2}" destId="{3B605505-87E4-4BEB-9515-E76CE6B1D8AC}" srcOrd="6" destOrd="0" presId="urn:microsoft.com/office/officeart/2008/layout/PictureStrips"/>
    <dgm:cxn modelId="{529D2406-4DD3-4400-8BF2-980D831D5930}" type="presParOf" srcId="{3B605505-87E4-4BEB-9515-E76CE6B1D8AC}" destId="{883E93CA-03BF-46C4-A21A-C94CA1D434DF}" srcOrd="0" destOrd="0" presId="urn:microsoft.com/office/officeart/2008/layout/PictureStrips"/>
    <dgm:cxn modelId="{80BFC13E-22EC-4C6F-AB5B-03B12E38E02B}" type="presParOf" srcId="{3B605505-87E4-4BEB-9515-E76CE6B1D8AC}" destId="{6976D84B-D546-47B7-9A3E-A3D637858A24}" srcOrd="1" destOrd="0" presId="urn:microsoft.com/office/officeart/2008/layout/PictureStrips"/>
    <dgm:cxn modelId="{14AAD665-C7F4-48F5-A799-F81EFEF47551}" type="presParOf" srcId="{716F5C67-DDF1-480F-B2E9-EE3A30F0E8E2}" destId="{38FC1CCE-3BDC-4A5A-98F0-D8E6D4547C3A}" srcOrd="7" destOrd="0" presId="urn:microsoft.com/office/officeart/2008/layout/PictureStrips"/>
    <dgm:cxn modelId="{52148A6D-1978-456E-85FB-C65D1F573FFC}" type="presParOf" srcId="{716F5C67-DDF1-480F-B2E9-EE3A30F0E8E2}" destId="{61F1E93B-D24B-4458-AC0F-9D86364CBAA6}" srcOrd="8" destOrd="0" presId="urn:microsoft.com/office/officeart/2008/layout/PictureStrips"/>
    <dgm:cxn modelId="{A3BF680F-CCBF-4AC4-A5FD-242798443E74}" type="presParOf" srcId="{61F1E93B-D24B-4458-AC0F-9D86364CBAA6}" destId="{16C0D0AA-2A22-4FE2-A684-2E91744ACEA6}" srcOrd="0" destOrd="0" presId="urn:microsoft.com/office/officeart/2008/layout/PictureStrips"/>
    <dgm:cxn modelId="{C404B937-F1B3-4E49-A29D-19FB32EBFCB5}" type="presParOf" srcId="{61F1E93B-D24B-4458-AC0F-9D86364CBAA6}" destId="{5869243E-9F48-44FE-8974-C7DD7D3B3D3A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9094BF-D4B1-4A4E-B89F-23BA23F14F9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0B37936-4DC7-4D5F-8B99-64F8D1F6DA18}">
      <dgm:prSet phldrT="[Текст]"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В рамках  расширения бизнеса:</a:t>
          </a:r>
        </a:p>
      </dgm:t>
    </dgm:pt>
    <dgm:pt modelId="{60702950-2FD6-46DE-AF9D-ADEC22B4C281}" type="parTrans" cxnId="{9324DE4E-1CA4-40E2-9917-4A4A8FE9643A}">
      <dgm:prSet/>
      <dgm:spPr/>
      <dgm:t>
        <a:bodyPr/>
        <a:lstStyle/>
        <a:p>
          <a:endParaRPr lang="ru-RU"/>
        </a:p>
      </dgm:t>
    </dgm:pt>
    <dgm:pt modelId="{47351DD4-E51F-4C85-8196-A9B4E96A0DF8}" type="sibTrans" cxnId="{9324DE4E-1CA4-40E2-9917-4A4A8FE9643A}">
      <dgm:prSet/>
      <dgm:spPr/>
      <dgm:t>
        <a:bodyPr/>
        <a:lstStyle/>
        <a:p>
          <a:endParaRPr lang="ru-RU"/>
        </a:p>
      </dgm:t>
    </dgm:pt>
    <dgm:pt modelId="{0796B28E-E6A5-4A52-871D-9A85ED3FE046}">
      <dgm:prSet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В рамках повышения операционной эффективности:</a:t>
          </a:r>
        </a:p>
      </dgm:t>
    </dgm:pt>
    <dgm:pt modelId="{765E13FD-5268-4117-9B33-686B81C82843}" type="parTrans" cxnId="{A845DE20-D188-4103-A525-4C1C98CF3F85}">
      <dgm:prSet/>
      <dgm:spPr/>
      <dgm:t>
        <a:bodyPr/>
        <a:lstStyle/>
        <a:p>
          <a:endParaRPr lang="ru-RU"/>
        </a:p>
      </dgm:t>
    </dgm:pt>
    <dgm:pt modelId="{E1FAD020-9F53-4F0A-9D34-212451B51B4B}" type="sibTrans" cxnId="{A845DE20-D188-4103-A525-4C1C98CF3F85}">
      <dgm:prSet/>
      <dgm:spPr/>
      <dgm:t>
        <a:bodyPr/>
        <a:lstStyle/>
        <a:p>
          <a:endParaRPr lang="ru-RU"/>
        </a:p>
      </dgm:t>
    </dgm:pt>
    <dgm:pt modelId="{321FBBE9-1902-4EFD-B3AD-7C083EF26F3C}">
      <dgm:prSet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В рамках экологической безопасности и поддержания безопасных условий труда:</a:t>
          </a:r>
        </a:p>
      </dgm:t>
    </dgm:pt>
    <dgm:pt modelId="{AA5BE439-B93B-4EC8-92F1-6BB0907797C4}" type="parTrans" cxnId="{6391E461-FD1B-49BB-9EF5-86C954864E48}">
      <dgm:prSet/>
      <dgm:spPr/>
      <dgm:t>
        <a:bodyPr/>
        <a:lstStyle/>
        <a:p>
          <a:endParaRPr lang="ru-RU"/>
        </a:p>
      </dgm:t>
    </dgm:pt>
    <dgm:pt modelId="{E616E6E5-A389-42B3-9B23-8B8814F06762}" type="sibTrans" cxnId="{6391E461-FD1B-49BB-9EF5-86C954864E48}">
      <dgm:prSet/>
      <dgm:spPr/>
      <dgm:t>
        <a:bodyPr/>
        <a:lstStyle/>
        <a:p>
          <a:endParaRPr lang="ru-RU"/>
        </a:p>
      </dgm:t>
    </dgm:pt>
    <dgm:pt modelId="{9DBD0208-4E18-4A4B-B7CF-77352A9E36A1}">
      <dgm:prSet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Выпускать высококачественную, конкурентоспособную продукцию и предоставлять сервисы, которые наилучшим образом соответствуют запросам потребителей и ожиданиям всех заинтересованных сторон.</a:t>
          </a:r>
        </a:p>
      </dgm:t>
    </dgm:pt>
    <dgm:pt modelId="{1B7842F4-EBD8-4B69-8ADA-4FC39DBEAFC9}" type="parTrans" cxnId="{AE8F5707-A556-48E8-B5BD-D5A678856DF4}">
      <dgm:prSet/>
      <dgm:spPr/>
      <dgm:t>
        <a:bodyPr/>
        <a:lstStyle/>
        <a:p>
          <a:endParaRPr lang="ru-RU"/>
        </a:p>
      </dgm:t>
    </dgm:pt>
    <dgm:pt modelId="{7024E944-09FB-485B-A1C1-AE59071D165D}" type="sibTrans" cxnId="{AE8F5707-A556-48E8-B5BD-D5A678856DF4}">
      <dgm:prSet/>
      <dgm:spPr/>
      <dgm:t>
        <a:bodyPr/>
        <a:lstStyle/>
        <a:p>
          <a:endParaRPr lang="ru-RU"/>
        </a:p>
      </dgm:t>
    </dgm:pt>
    <dgm:pt modelId="{4E4045D7-6325-4808-9DF7-55127F7BF0A7}">
      <dgm:prSet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Сохранять существующие и осваивать новые рынки сбыта продукции (в том числе инновационной) и услуги по ее применению.</a:t>
          </a:r>
        </a:p>
      </dgm:t>
    </dgm:pt>
    <dgm:pt modelId="{F47215F4-70BB-40D4-BEA1-43481C0CA96A}" type="parTrans" cxnId="{E6A761D4-EF55-4075-BDD8-9D999B04F046}">
      <dgm:prSet/>
      <dgm:spPr/>
      <dgm:t>
        <a:bodyPr/>
        <a:lstStyle/>
        <a:p>
          <a:endParaRPr lang="ru-RU"/>
        </a:p>
      </dgm:t>
    </dgm:pt>
    <dgm:pt modelId="{532DD9F8-9F3A-4C77-9870-2DD8612E9F0E}" type="sibTrans" cxnId="{E6A761D4-EF55-4075-BDD8-9D999B04F046}">
      <dgm:prSet/>
      <dgm:spPr/>
      <dgm:t>
        <a:bodyPr/>
        <a:lstStyle/>
        <a:p>
          <a:endParaRPr lang="ru-RU"/>
        </a:p>
      </dgm:t>
    </dgm:pt>
    <dgm:pt modelId="{5BF06D22-DB82-4E0B-A774-9A440625258F}">
      <dgm:prSet phldrT="[Текст]"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Реализовать компетенцию дочерних обществ в технологии производства продукции в рамках вертикально интегрированной бизнес-модели с установлением контроля за технологией производства.</a:t>
          </a:r>
        </a:p>
      </dgm:t>
    </dgm:pt>
    <dgm:pt modelId="{93D9CD03-EC7F-436F-A23F-4E2B2996CDF9}" type="parTrans" cxnId="{E025677A-EF3D-4FF4-976B-AFBB7C61F90F}">
      <dgm:prSet/>
      <dgm:spPr/>
      <dgm:t>
        <a:bodyPr/>
        <a:lstStyle/>
        <a:p>
          <a:endParaRPr lang="ru-RU"/>
        </a:p>
      </dgm:t>
    </dgm:pt>
    <dgm:pt modelId="{1FE17C1C-31C2-4379-825D-E4DD75763219}" type="sibTrans" cxnId="{E025677A-EF3D-4FF4-976B-AFBB7C61F90F}">
      <dgm:prSet/>
      <dgm:spPr/>
      <dgm:t>
        <a:bodyPr/>
        <a:lstStyle/>
        <a:p>
          <a:endParaRPr lang="ru-RU"/>
        </a:p>
      </dgm:t>
    </dgm:pt>
    <dgm:pt modelId="{464AE324-CFC2-4363-B6BB-48CE67FA866D}">
      <dgm:prSet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Минимизировать возможное вредное воздействие на окружающую среду при производстве и использовании продукции.</a:t>
          </a:r>
        </a:p>
      </dgm:t>
    </dgm:pt>
    <dgm:pt modelId="{DE9A4AD8-6DCC-4D28-83E9-BD32EDE1E5DD}" type="parTrans" cxnId="{4E3310DD-49AE-4A38-8438-80A488BC1B7B}">
      <dgm:prSet/>
      <dgm:spPr/>
      <dgm:t>
        <a:bodyPr/>
        <a:lstStyle/>
        <a:p>
          <a:endParaRPr lang="ru-RU"/>
        </a:p>
      </dgm:t>
    </dgm:pt>
    <dgm:pt modelId="{CA29DACC-4759-448A-85B3-ABA10E25BADF}" type="sibTrans" cxnId="{4E3310DD-49AE-4A38-8438-80A488BC1B7B}">
      <dgm:prSet/>
      <dgm:spPr/>
      <dgm:t>
        <a:bodyPr/>
        <a:lstStyle/>
        <a:p>
          <a:endParaRPr lang="ru-RU"/>
        </a:p>
      </dgm:t>
    </dgm:pt>
    <dgm:pt modelId="{6F6C964B-749C-4C84-AB18-62C131B8EBDA}">
      <dgm:prSet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Рационально использовать природные, энергетические и материальные ресурсы без ущерба для качества и сохранения окружающей среды.</a:t>
          </a:r>
        </a:p>
      </dgm:t>
    </dgm:pt>
    <dgm:pt modelId="{8769BE1F-F88E-46E9-A0F3-104C00E13845}" type="parTrans" cxnId="{04104031-1081-4B2B-80B8-6F12277CF7A0}">
      <dgm:prSet/>
      <dgm:spPr/>
      <dgm:t>
        <a:bodyPr/>
        <a:lstStyle/>
        <a:p>
          <a:endParaRPr lang="ru-RU"/>
        </a:p>
      </dgm:t>
    </dgm:pt>
    <dgm:pt modelId="{C563CF73-C420-4439-A1E1-7DC3E364A416}" type="sibTrans" cxnId="{04104031-1081-4B2B-80B8-6F12277CF7A0}">
      <dgm:prSet/>
      <dgm:spPr/>
      <dgm:t>
        <a:bodyPr/>
        <a:lstStyle/>
        <a:p>
          <a:endParaRPr lang="ru-RU"/>
        </a:p>
      </dgm:t>
    </dgm:pt>
    <dgm:pt modelId="{B9BE6835-4A35-4397-B648-B2DD8546B133}">
      <dgm:prSet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Формировать систему экологического (природоохранного) законодательства, нормативных требования, связанных с экологическими аспектами, требованиями потребителей и других принятых требований по вопросам окружающей среды.</a:t>
          </a:r>
        </a:p>
      </dgm:t>
    </dgm:pt>
    <dgm:pt modelId="{EFF638A4-2226-41FB-BC50-EDE6F3E41F6D}" type="parTrans" cxnId="{16524F48-0288-4B41-907D-B2FCD5B46E17}">
      <dgm:prSet/>
      <dgm:spPr/>
      <dgm:t>
        <a:bodyPr/>
        <a:lstStyle/>
        <a:p>
          <a:endParaRPr lang="ru-RU"/>
        </a:p>
      </dgm:t>
    </dgm:pt>
    <dgm:pt modelId="{F2AC5EB5-CE1E-46B5-93A3-CB341AAFED89}" type="sibTrans" cxnId="{16524F48-0288-4B41-907D-B2FCD5B46E17}">
      <dgm:prSet/>
      <dgm:spPr/>
      <dgm:t>
        <a:bodyPr/>
        <a:lstStyle/>
        <a:p>
          <a:endParaRPr lang="ru-RU"/>
        </a:p>
      </dgm:t>
    </dgm:pt>
    <dgm:pt modelId="{9C101DE0-A9A6-456D-BD54-CDF1E51A143E}">
      <dgm:prSet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Проводить мероприятия по снижению рисков аварий и инцидентов производственных объектах и дорожно-транспортных происшествий при выполнении производственных задач.</a:t>
          </a:r>
        </a:p>
      </dgm:t>
    </dgm:pt>
    <dgm:pt modelId="{DD15FDD0-D679-4A57-8399-126508DD6B95}" type="parTrans" cxnId="{AF67F3C2-5B29-49CE-B245-0869739E76F2}">
      <dgm:prSet/>
      <dgm:spPr/>
      <dgm:t>
        <a:bodyPr/>
        <a:lstStyle/>
        <a:p>
          <a:endParaRPr lang="ru-RU"/>
        </a:p>
      </dgm:t>
    </dgm:pt>
    <dgm:pt modelId="{5CEC77DE-4E31-4BEE-B8E6-735ABC98AE33}" type="sibTrans" cxnId="{AF67F3C2-5B29-49CE-B245-0869739E76F2}">
      <dgm:prSet/>
      <dgm:spPr/>
      <dgm:t>
        <a:bodyPr/>
        <a:lstStyle/>
        <a:p>
          <a:endParaRPr lang="ru-RU"/>
        </a:p>
      </dgm:t>
    </dgm:pt>
    <dgm:pt modelId="{E7707441-A07E-4C84-8510-EB55F3737D70}" type="pres">
      <dgm:prSet presAssocID="{579094BF-D4B1-4A4E-B89F-23BA23F14F9C}" presName="linear" presStyleCnt="0">
        <dgm:presLayoutVars>
          <dgm:dir/>
          <dgm:animLvl val="lvl"/>
          <dgm:resizeHandles val="exact"/>
        </dgm:presLayoutVars>
      </dgm:prSet>
      <dgm:spPr/>
    </dgm:pt>
    <dgm:pt modelId="{FB29BA71-C6EE-49D0-AEA8-FBA4C6D9291B}" type="pres">
      <dgm:prSet presAssocID="{60B37936-4DC7-4D5F-8B99-64F8D1F6DA18}" presName="parentLin" presStyleCnt="0"/>
      <dgm:spPr/>
    </dgm:pt>
    <dgm:pt modelId="{87E8D297-7377-47D0-926A-BC01AA82AF2C}" type="pres">
      <dgm:prSet presAssocID="{60B37936-4DC7-4D5F-8B99-64F8D1F6DA18}" presName="parentLeftMargin" presStyleLbl="node1" presStyleIdx="0" presStyleCnt="3"/>
      <dgm:spPr/>
    </dgm:pt>
    <dgm:pt modelId="{CFD0F414-EC9B-42FF-936D-F961A11AEFB7}" type="pres">
      <dgm:prSet presAssocID="{60B37936-4DC7-4D5F-8B99-64F8D1F6DA1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25FD6EF-718B-4163-9FD6-0FC33E3E64A5}" type="pres">
      <dgm:prSet presAssocID="{60B37936-4DC7-4D5F-8B99-64F8D1F6DA18}" presName="negativeSpace" presStyleCnt="0"/>
      <dgm:spPr/>
    </dgm:pt>
    <dgm:pt modelId="{01ADF2DB-2A08-4987-88AC-59763D7F6E3F}" type="pres">
      <dgm:prSet presAssocID="{60B37936-4DC7-4D5F-8B99-64F8D1F6DA18}" presName="childText" presStyleLbl="conFgAcc1" presStyleIdx="0" presStyleCnt="3">
        <dgm:presLayoutVars>
          <dgm:bulletEnabled val="1"/>
        </dgm:presLayoutVars>
      </dgm:prSet>
      <dgm:spPr/>
    </dgm:pt>
    <dgm:pt modelId="{19956DCD-822D-4E23-980D-63C50D0166C6}" type="pres">
      <dgm:prSet presAssocID="{47351DD4-E51F-4C85-8196-A9B4E96A0DF8}" presName="spaceBetweenRectangles" presStyleCnt="0"/>
      <dgm:spPr/>
    </dgm:pt>
    <dgm:pt modelId="{C5593316-75BB-4BD7-A961-63B55C92EEE7}" type="pres">
      <dgm:prSet presAssocID="{0796B28E-E6A5-4A52-871D-9A85ED3FE046}" presName="parentLin" presStyleCnt="0"/>
      <dgm:spPr/>
    </dgm:pt>
    <dgm:pt modelId="{1D4FBF05-930A-40E1-952A-9C4114E983E2}" type="pres">
      <dgm:prSet presAssocID="{0796B28E-E6A5-4A52-871D-9A85ED3FE046}" presName="parentLeftMargin" presStyleLbl="node1" presStyleIdx="0" presStyleCnt="3"/>
      <dgm:spPr/>
    </dgm:pt>
    <dgm:pt modelId="{5D0C62C2-399F-469D-8FC3-9025BB238A89}" type="pres">
      <dgm:prSet presAssocID="{0796B28E-E6A5-4A52-871D-9A85ED3FE04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39FABA8-8FD7-4CBB-80F1-E5C2C0505BD6}" type="pres">
      <dgm:prSet presAssocID="{0796B28E-E6A5-4A52-871D-9A85ED3FE046}" presName="negativeSpace" presStyleCnt="0"/>
      <dgm:spPr/>
    </dgm:pt>
    <dgm:pt modelId="{0D299FDD-9042-4514-B10B-7F29FE7B161B}" type="pres">
      <dgm:prSet presAssocID="{0796B28E-E6A5-4A52-871D-9A85ED3FE046}" presName="childText" presStyleLbl="conFgAcc1" presStyleIdx="1" presStyleCnt="3">
        <dgm:presLayoutVars>
          <dgm:bulletEnabled val="1"/>
        </dgm:presLayoutVars>
      </dgm:prSet>
      <dgm:spPr/>
    </dgm:pt>
    <dgm:pt modelId="{133B2243-1AA9-42D7-A562-8B3F9AC30741}" type="pres">
      <dgm:prSet presAssocID="{E1FAD020-9F53-4F0A-9D34-212451B51B4B}" presName="spaceBetweenRectangles" presStyleCnt="0"/>
      <dgm:spPr/>
    </dgm:pt>
    <dgm:pt modelId="{1147F3FB-1FA8-456B-9B0D-0625995E546F}" type="pres">
      <dgm:prSet presAssocID="{321FBBE9-1902-4EFD-B3AD-7C083EF26F3C}" presName="parentLin" presStyleCnt="0"/>
      <dgm:spPr/>
    </dgm:pt>
    <dgm:pt modelId="{7FF5C34F-A8F3-4036-A1F5-34686AC25A7E}" type="pres">
      <dgm:prSet presAssocID="{321FBBE9-1902-4EFD-B3AD-7C083EF26F3C}" presName="parentLeftMargin" presStyleLbl="node1" presStyleIdx="1" presStyleCnt="3"/>
      <dgm:spPr/>
    </dgm:pt>
    <dgm:pt modelId="{0D5F6F9A-6E88-4456-89BA-72F2D3EB9AB1}" type="pres">
      <dgm:prSet presAssocID="{321FBBE9-1902-4EFD-B3AD-7C083EF26F3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FE10219-6A40-49D3-B14B-079694103F31}" type="pres">
      <dgm:prSet presAssocID="{321FBBE9-1902-4EFD-B3AD-7C083EF26F3C}" presName="negativeSpace" presStyleCnt="0"/>
      <dgm:spPr/>
    </dgm:pt>
    <dgm:pt modelId="{17CF071C-E789-410A-95F9-20B72101A8B4}" type="pres">
      <dgm:prSet presAssocID="{321FBBE9-1902-4EFD-B3AD-7C083EF26F3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E8F5707-A556-48E8-B5BD-D5A678856DF4}" srcId="{60B37936-4DC7-4D5F-8B99-64F8D1F6DA18}" destId="{9DBD0208-4E18-4A4B-B7CF-77352A9E36A1}" srcOrd="0" destOrd="0" parTransId="{1B7842F4-EBD8-4B69-8ADA-4FC39DBEAFC9}" sibTransId="{7024E944-09FB-485B-A1C1-AE59071D165D}"/>
    <dgm:cxn modelId="{1C04BA10-9D25-4DED-9D5E-F6B351617985}" type="presOf" srcId="{464AE324-CFC2-4363-B6BB-48CE67FA866D}" destId="{17CF071C-E789-410A-95F9-20B72101A8B4}" srcOrd="0" destOrd="0" presId="urn:microsoft.com/office/officeart/2005/8/layout/list1"/>
    <dgm:cxn modelId="{A845DE20-D188-4103-A525-4C1C98CF3F85}" srcId="{579094BF-D4B1-4A4E-B89F-23BA23F14F9C}" destId="{0796B28E-E6A5-4A52-871D-9A85ED3FE046}" srcOrd="1" destOrd="0" parTransId="{765E13FD-5268-4117-9B33-686B81C82843}" sibTransId="{E1FAD020-9F53-4F0A-9D34-212451B51B4B}"/>
    <dgm:cxn modelId="{CF67942A-82A1-482D-AC3E-2D12487798D1}" type="presOf" srcId="{5BF06D22-DB82-4E0B-A774-9A440625258F}" destId="{0D299FDD-9042-4514-B10B-7F29FE7B161B}" srcOrd="0" destOrd="0" presId="urn:microsoft.com/office/officeart/2005/8/layout/list1"/>
    <dgm:cxn modelId="{1268AC2E-3554-42F2-B106-84901CDF0133}" type="presOf" srcId="{60B37936-4DC7-4D5F-8B99-64F8D1F6DA18}" destId="{87E8D297-7377-47D0-926A-BC01AA82AF2C}" srcOrd="0" destOrd="0" presId="urn:microsoft.com/office/officeart/2005/8/layout/list1"/>
    <dgm:cxn modelId="{04104031-1081-4B2B-80B8-6F12277CF7A0}" srcId="{321FBBE9-1902-4EFD-B3AD-7C083EF26F3C}" destId="{6F6C964B-749C-4C84-AB18-62C131B8EBDA}" srcOrd="1" destOrd="0" parTransId="{8769BE1F-F88E-46E9-A0F3-104C00E13845}" sibTransId="{C563CF73-C420-4439-A1E1-7DC3E364A416}"/>
    <dgm:cxn modelId="{DD8C9932-E49B-4FB3-8C1F-7024D5A364B4}" type="presOf" srcId="{B9BE6835-4A35-4397-B648-B2DD8546B133}" destId="{17CF071C-E789-410A-95F9-20B72101A8B4}" srcOrd="0" destOrd="2" presId="urn:microsoft.com/office/officeart/2005/8/layout/list1"/>
    <dgm:cxn modelId="{6391E461-FD1B-49BB-9EF5-86C954864E48}" srcId="{579094BF-D4B1-4A4E-B89F-23BA23F14F9C}" destId="{321FBBE9-1902-4EFD-B3AD-7C083EF26F3C}" srcOrd="2" destOrd="0" parTransId="{AA5BE439-B93B-4EC8-92F1-6BB0907797C4}" sibTransId="{E616E6E5-A389-42B3-9B23-8B8814F06762}"/>
    <dgm:cxn modelId="{5C982543-9469-47E5-AB1E-2B8B2EA78FA4}" type="presOf" srcId="{0796B28E-E6A5-4A52-871D-9A85ED3FE046}" destId="{1D4FBF05-930A-40E1-952A-9C4114E983E2}" srcOrd="0" destOrd="0" presId="urn:microsoft.com/office/officeart/2005/8/layout/list1"/>
    <dgm:cxn modelId="{16524F48-0288-4B41-907D-B2FCD5B46E17}" srcId="{321FBBE9-1902-4EFD-B3AD-7C083EF26F3C}" destId="{B9BE6835-4A35-4397-B648-B2DD8546B133}" srcOrd="2" destOrd="0" parTransId="{EFF638A4-2226-41FB-BC50-EDE6F3E41F6D}" sibTransId="{F2AC5EB5-CE1E-46B5-93A3-CB341AAFED89}"/>
    <dgm:cxn modelId="{9324DE4E-1CA4-40E2-9917-4A4A8FE9643A}" srcId="{579094BF-D4B1-4A4E-B89F-23BA23F14F9C}" destId="{60B37936-4DC7-4D5F-8B99-64F8D1F6DA18}" srcOrd="0" destOrd="0" parTransId="{60702950-2FD6-46DE-AF9D-ADEC22B4C281}" sibTransId="{47351DD4-E51F-4C85-8196-A9B4E96A0DF8}"/>
    <dgm:cxn modelId="{84F03950-79A3-4203-A45F-8E2AD17EC27D}" type="presOf" srcId="{321FBBE9-1902-4EFD-B3AD-7C083EF26F3C}" destId="{0D5F6F9A-6E88-4456-89BA-72F2D3EB9AB1}" srcOrd="1" destOrd="0" presId="urn:microsoft.com/office/officeart/2005/8/layout/list1"/>
    <dgm:cxn modelId="{E025677A-EF3D-4FF4-976B-AFBB7C61F90F}" srcId="{0796B28E-E6A5-4A52-871D-9A85ED3FE046}" destId="{5BF06D22-DB82-4E0B-A774-9A440625258F}" srcOrd="0" destOrd="0" parTransId="{93D9CD03-EC7F-436F-A23F-4E2B2996CDF9}" sibTransId="{1FE17C1C-31C2-4379-825D-E4DD75763219}"/>
    <dgm:cxn modelId="{7CCBE6A7-127E-4A76-9F03-42C6DC1D5575}" type="presOf" srcId="{579094BF-D4B1-4A4E-B89F-23BA23F14F9C}" destId="{E7707441-A07E-4C84-8510-EB55F3737D70}" srcOrd="0" destOrd="0" presId="urn:microsoft.com/office/officeart/2005/8/layout/list1"/>
    <dgm:cxn modelId="{928766B8-9746-49B7-8B6E-9B87A0972930}" type="presOf" srcId="{6F6C964B-749C-4C84-AB18-62C131B8EBDA}" destId="{17CF071C-E789-410A-95F9-20B72101A8B4}" srcOrd="0" destOrd="1" presId="urn:microsoft.com/office/officeart/2005/8/layout/list1"/>
    <dgm:cxn modelId="{AF67F3C2-5B29-49CE-B245-0869739E76F2}" srcId="{321FBBE9-1902-4EFD-B3AD-7C083EF26F3C}" destId="{9C101DE0-A9A6-456D-BD54-CDF1E51A143E}" srcOrd="3" destOrd="0" parTransId="{DD15FDD0-D679-4A57-8399-126508DD6B95}" sibTransId="{5CEC77DE-4E31-4BEE-B8E6-735ABC98AE33}"/>
    <dgm:cxn modelId="{71EE64D2-628C-4E05-BC69-B247D16D0A53}" type="presOf" srcId="{0796B28E-E6A5-4A52-871D-9A85ED3FE046}" destId="{5D0C62C2-399F-469D-8FC3-9025BB238A89}" srcOrd="1" destOrd="0" presId="urn:microsoft.com/office/officeart/2005/8/layout/list1"/>
    <dgm:cxn modelId="{E6A761D4-EF55-4075-BDD8-9D999B04F046}" srcId="{60B37936-4DC7-4D5F-8B99-64F8D1F6DA18}" destId="{4E4045D7-6325-4808-9DF7-55127F7BF0A7}" srcOrd="1" destOrd="0" parTransId="{F47215F4-70BB-40D4-BEA1-43481C0CA96A}" sibTransId="{532DD9F8-9F3A-4C77-9870-2DD8612E9F0E}"/>
    <dgm:cxn modelId="{EECE91D5-843B-4D4F-A17E-DF1C79D09554}" type="presOf" srcId="{321FBBE9-1902-4EFD-B3AD-7C083EF26F3C}" destId="{7FF5C34F-A8F3-4036-A1F5-34686AC25A7E}" srcOrd="0" destOrd="0" presId="urn:microsoft.com/office/officeart/2005/8/layout/list1"/>
    <dgm:cxn modelId="{4E3310DD-49AE-4A38-8438-80A488BC1B7B}" srcId="{321FBBE9-1902-4EFD-B3AD-7C083EF26F3C}" destId="{464AE324-CFC2-4363-B6BB-48CE67FA866D}" srcOrd="0" destOrd="0" parTransId="{DE9A4AD8-6DCC-4D28-83E9-BD32EDE1E5DD}" sibTransId="{CA29DACC-4759-448A-85B3-ABA10E25BADF}"/>
    <dgm:cxn modelId="{EC5735E7-C55C-474A-90DA-736EE52C3935}" type="presOf" srcId="{9C101DE0-A9A6-456D-BD54-CDF1E51A143E}" destId="{17CF071C-E789-410A-95F9-20B72101A8B4}" srcOrd="0" destOrd="3" presId="urn:microsoft.com/office/officeart/2005/8/layout/list1"/>
    <dgm:cxn modelId="{2086DDF7-D1D9-4E5F-8D3D-E4DAD53AF975}" type="presOf" srcId="{4E4045D7-6325-4808-9DF7-55127F7BF0A7}" destId="{01ADF2DB-2A08-4987-88AC-59763D7F6E3F}" srcOrd="0" destOrd="1" presId="urn:microsoft.com/office/officeart/2005/8/layout/list1"/>
    <dgm:cxn modelId="{3B36FEFE-0C60-4508-9C31-12B216E75240}" type="presOf" srcId="{9DBD0208-4E18-4A4B-B7CF-77352A9E36A1}" destId="{01ADF2DB-2A08-4987-88AC-59763D7F6E3F}" srcOrd="0" destOrd="0" presId="urn:microsoft.com/office/officeart/2005/8/layout/list1"/>
    <dgm:cxn modelId="{EAD899FF-9303-4F0A-8C6C-61598FF9206B}" type="presOf" srcId="{60B37936-4DC7-4D5F-8B99-64F8D1F6DA18}" destId="{CFD0F414-EC9B-42FF-936D-F961A11AEFB7}" srcOrd="1" destOrd="0" presId="urn:microsoft.com/office/officeart/2005/8/layout/list1"/>
    <dgm:cxn modelId="{10BB6AFC-5A40-4D50-8AF1-809989DE1E75}" type="presParOf" srcId="{E7707441-A07E-4C84-8510-EB55F3737D70}" destId="{FB29BA71-C6EE-49D0-AEA8-FBA4C6D9291B}" srcOrd="0" destOrd="0" presId="urn:microsoft.com/office/officeart/2005/8/layout/list1"/>
    <dgm:cxn modelId="{A06A935E-542C-4D4C-AEBE-4CB74D9F6AB9}" type="presParOf" srcId="{FB29BA71-C6EE-49D0-AEA8-FBA4C6D9291B}" destId="{87E8D297-7377-47D0-926A-BC01AA82AF2C}" srcOrd="0" destOrd="0" presId="urn:microsoft.com/office/officeart/2005/8/layout/list1"/>
    <dgm:cxn modelId="{5CF8C31D-E4EC-46DA-B434-CD6FD429015D}" type="presParOf" srcId="{FB29BA71-C6EE-49D0-AEA8-FBA4C6D9291B}" destId="{CFD0F414-EC9B-42FF-936D-F961A11AEFB7}" srcOrd="1" destOrd="0" presId="urn:microsoft.com/office/officeart/2005/8/layout/list1"/>
    <dgm:cxn modelId="{D21EC42D-B91B-4B66-9094-10F17367C791}" type="presParOf" srcId="{E7707441-A07E-4C84-8510-EB55F3737D70}" destId="{C25FD6EF-718B-4163-9FD6-0FC33E3E64A5}" srcOrd="1" destOrd="0" presId="urn:microsoft.com/office/officeart/2005/8/layout/list1"/>
    <dgm:cxn modelId="{FBEF8FE8-34B1-4BA9-8912-91E5FCC37D81}" type="presParOf" srcId="{E7707441-A07E-4C84-8510-EB55F3737D70}" destId="{01ADF2DB-2A08-4987-88AC-59763D7F6E3F}" srcOrd="2" destOrd="0" presId="urn:microsoft.com/office/officeart/2005/8/layout/list1"/>
    <dgm:cxn modelId="{B76B504D-4D0E-41D4-8082-C174F0791D02}" type="presParOf" srcId="{E7707441-A07E-4C84-8510-EB55F3737D70}" destId="{19956DCD-822D-4E23-980D-63C50D0166C6}" srcOrd="3" destOrd="0" presId="urn:microsoft.com/office/officeart/2005/8/layout/list1"/>
    <dgm:cxn modelId="{E84850C3-48DC-4DB6-99B5-1DD7D2E7B585}" type="presParOf" srcId="{E7707441-A07E-4C84-8510-EB55F3737D70}" destId="{C5593316-75BB-4BD7-A961-63B55C92EEE7}" srcOrd="4" destOrd="0" presId="urn:microsoft.com/office/officeart/2005/8/layout/list1"/>
    <dgm:cxn modelId="{DF8B6D69-E9B6-4964-829C-C814FBDFF276}" type="presParOf" srcId="{C5593316-75BB-4BD7-A961-63B55C92EEE7}" destId="{1D4FBF05-930A-40E1-952A-9C4114E983E2}" srcOrd="0" destOrd="0" presId="urn:microsoft.com/office/officeart/2005/8/layout/list1"/>
    <dgm:cxn modelId="{CC225EA0-33F1-4E19-B2C2-80EA6D43B2D1}" type="presParOf" srcId="{C5593316-75BB-4BD7-A961-63B55C92EEE7}" destId="{5D0C62C2-399F-469D-8FC3-9025BB238A89}" srcOrd="1" destOrd="0" presId="urn:microsoft.com/office/officeart/2005/8/layout/list1"/>
    <dgm:cxn modelId="{9C0CCF01-7520-4319-B7BF-22E6720E4AF8}" type="presParOf" srcId="{E7707441-A07E-4C84-8510-EB55F3737D70}" destId="{239FABA8-8FD7-4CBB-80F1-E5C2C0505BD6}" srcOrd="5" destOrd="0" presId="urn:microsoft.com/office/officeart/2005/8/layout/list1"/>
    <dgm:cxn modelId="{D7E597D2-CDA6-4EFD-8639-8FE2AD1462C1}" type="presParOf" srcId="{E7707441-A07E-4C84-8510-EB55F3737D70}" destId="{0D299FDD-9042-4514-B10B-7F29FE7B161B}" srcOrd="6" destOrd="0" presId="urn:microsoft.com/office/officeart/2005/8/layout/list1"/>
    <dgm:cxn modelId="{6B8096D3-BBEF-4020-BEE5-F83E2800F664}" type="presParOf" srcId="{E7707441-A07E-4C84-8510-EB55F3737D70}" destId="{133B2243-1AA9-42D7-A562-8B3F9AC30741}" srcOrd="7" destOrd="0" presId="urn:microsoft.com/office/officeart/2005/8/layout/list1"/>
    <dgm:cxn modelId="{2A3CD593-6785-41FE-9AD2-33857F9EE6B7}" type="presParOf" srcId="{E7707441-A07E-4C84-8510-EB55F3737D70}" destId="{1147F3FB-1FA8-456B-9B0D-0625995E546F}" srcOrd="8" destOrd="0" presId="urn:microsoft.com/office/officeart/2005/8/layout/list1"/>
    <dgm:cxn modelId="{DF1AC8AB-CFE6-4D47-AE27-76C1BF516EA2}" type="presParOf" srcId="{1147F3FB-1FA8-456B-9B0D-0625995E546F}" destId="{7FF5C34F-A8F3-4036-A1F5-34686AC25A7E}" srcOrd="0" destOrd="0" presId="urn:microsoft.com/office/officeart/2005/8/layout/list1"/>
    <dgm:cxn modelId="{5D5A6BDC-10AE-4CC4-822D-33F4E0295D3A}" type="presParOf" srcId="{1147F3FB-1FA8-456B-9B0D-0625995E546F}" destId="{0D5F6F9A-6E88-4456-89BA-72F2D3EB9AB1}" srcOrd="1" destOrd="0" presId="urn:microsoft.com/office/officeart/2005/8/layout/list1"/>
    <dgm:cxn modelId="{3C9C1BB1-6FA1-4F07-A1A3-8560DB411E18}" type="presParOf" srcId="{E7707441-A07E-4C84-8510-EB55F3737D70}" destId="{2FE10219-6A40-49D3-B14B-079694103F31}" srcOrd="9" destOrd="0" presId="urn:microsoft.com/office/officeart/2005/8/layout/list1"/>
    <dgm:cxn modelId="{91701210-B0A0-41BE-A031-5CD388EA7C66}" type="presParOf" srcId="{E7707441-A07E-4C84-8510-EB55F3737D70}" destId="{17CF071C-E789-410A-95F9-20B72101A8B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3A1B2D-388B-4CBB-8CBD-C6A1DBEEC8A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A397877-58B6-4340-A921-6BE2ECDF5AD3}">
      <dgm:prSet/>
      <dgm:spPr/>
      <dgm:t>
        <a:bodyPr/>
        <a:lstStyle/>
        <a:p>
          <a:r>
            <a:rPr lang="ru-RU">
              <a:latin typeface="Times New Roman" panose="02020603050405020304" pitchFamily="18" charset="0"/>
              <a:cs typeface="Times New Roman" panose="02020603050405020304" pitchFamily="18" charset="0"/>
            </a:rPr>
            <a:t>В рамках повышения качества продукции и индекса удовлетворенности клиента:</a:t>
          </a:r>
          <a:endParaRPr lang="ru-RU"/>
        </a:p>
      </dgm:t>
    </dgm:pt>
    <dgm:pt modelId="{90EE011D-DFA2-4DC8-9574-57E68062E7AD}" type="parTrans" cxnId="{5E0D254D-EB68-4566-AD45-87F2927C9688}">
      <dgm:prSet/>
      <dgm:spPr/>
      <dgm:t>
        <a:bodyPr/>
        <a:lstStyle/>
        <a:p>
          <a:endParaRPr lang="ru-RU"/>
        </a:p>
      </dgm:t>
    </dgm:pt>
    <dgm:pt modelId="{452B75F7-B8ED-4848-80ED-A53666CBB312}" type="sibTrans" cxnId="{5E0D254D-EB68-4566-AD45-87F2927C9688}">
      <dgm:prSet/>
      <dgm:spPr/>
      <dgm:t>
        <a:bodyPr/>
        <a:lstStyle/>
        <a:p>
          <a:endParaRPr lang="ru-RU"/>
        </a:p>
      </dgm:t>
    </dgm:pt>
    <dgm:pt modelId="{287A3839-EABF-4480-8A59-4A1C708DAF48}">
      <dgm:prSet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Развивать взаимодействие с поставщиками сырья, материалов и услуг, стимулируя поставщиков к соответствию их продукции специфическим требованиям покупателей.</a:t>
          </a:r>
        </a:p>
      </dgm:t>
    </dgm:pt>
    <dgm:pt modelId="{217C01E8-8F13-4BC4-91D7-B726CAD24FAB}" type="parTrans" cxnId="{82F218F4-AE2F-4E86-A173-DC3C72592BA6}">
      <dgm:prSet/>
      <dgm:spPr/>
      <dgm:t>
        <a:bodyPr/>
        <a:lstStyle/>
        <a:p>
          <a:endParaRPr lang="ru-RU"/>
        </a:p>
      </dgm:t>
    </dgm:pt>
    <dgm:pt modelId="{39EB1716-A3BF-487B-AF8D-5F75F1AAABEA}" type="sibTrans" cxnId="{82F218F4-AE2F-4E86-A173-DC3C72592BA6}">
      <dgm:prSet/>
      <dgm:spPr/>
      <dgm:t>
        <a:bodyPr/>
        <a:lstStyle/>
        <a:p>
          <a:endParaRPr lang="ru-RU"/>
        </a:p>
      </dgm:t>
    </dgm:pt>
    <dgm:pt modelId="{FCC16562-AE0F-4CCC-B59D-FAEB2D7201F6}">
      <dgm:prSet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Постоянно улучшать качество и конкурентоспособность выпускаемой продукции, расширять ее ассортимент.</a:t>
          </a:r>
        </a:p>
      </dgm:t>
    </dgm:pt>
    <dgm:pt modelId="{14C04A3D-FDD3-41B2-895F-CF1FE0675371}" type="parTrans" cxnId="{07595BC9-ABCB-4811-9C4C-67153AAC6282}">
      <dgm:prSet/>
      <dgm:spPr/>
      <dgm:t>
        <a:bodyPr/>
        <a:lstStyle/>
        <a:p>
          <a:endParaRPr lang="ru-RU"/>
        </a:p>
      </dgm:t>
    </dgm:pt>
    <dgm:pt modelId="{6DFE13D6-4550-4AB1-B0C1-DDE272DB2AC7}" type="sibTrans" cxnId="{07595BC9-ABCB-4811-9C4C-67153AAC6282}">
      <dgm:prSet/>
      <dgm:spPr/>
      <dgm:t>
        <a:bodyPr/>
        <a:lstStyle/>
        <a:p>
          <a:endParaRPr lang="ru-RU"/>
        </a:p>
      </dgm:t>
    </dgm:pt>
    <dgm:pt modelId="{7F872A22-A40B-4E9D-86C2-D425B8B27EE3}">
      <dgm:prSet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Устанавливать взаимовыгодные отношения с потребителями, поставщиками, партнерами и другими заинтересованными сторонами.</a:t>
          </a:r>
        </a:p>
      </dgm:t>
    </dgm:pt>
    <dgm:pt modelId="{54D88478-1161-4270-8AE4-F6D236D57366}" type="parTrans" cxnId="{7C57BCAD-DA06-425C-8F89-B8FF294DEEB3}">
      <dgm:prSet/>
      <dgm:spPr/>
      <dgm:t>
        <a:bodyPr/>
        <a:lstStyle/>
        <a:p>
          <a:endParaRPr lang="ru-RU"/>
        </a:p>
      </dgm:t>
    </dgm:pt>
    <dgm:pt modelId="{CAAB4D09-4E7B-4532-9D26-99D82DAEA376}" type="sibTrans" cxnId="{7C57BCAD-DA06-425C-8F89-B8FF294DEEB3}">
      <dgm:prSet/>
      <dgm:spPr/>
      <dgm:t>
        <a:bodyPr/>
        <a:lstStyle/>
        <a:p>
          <a:endParaRPr lang="ru-RU"/>
        </a:p>
      </dgm:t>
    </dgm:pt>
    <dgm:pt modelId="{5B624D54-FE73-4226-A474-68FDCA75C2ED}">
      <dgm:prSet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В рамках поддержания благоприятного психологического климата в коллективе:</a:t>
          </a:r>
        </a:p>
      </dgm:t>
    </dgm:pt>
    <dgm:pt modelId="{A6B1AEED-BA63-43C4-9A57-7262C9906C44}" type="parTrans" cxnId="{26DF61AE-3C36-468F-81EB-75944DAEDF23}">
      <dgm:prSet/>
      <dgm:spPr/>
      <dgm:t>
        <a:bodyPr/>
        <a:lstStyle/>
        <a:p>
          <a:endParaRPr lang="ru-RU"/>
        </a:p>
      </dgm:t>
    </dgm:pt>
    <dgm:pt modelId="{C74E9F8F-BA2F-4003-9195-1B3033547C89}" type="sibTrans" cxnId="{26DF61AE-3C36-468F-81EB-75944DAEDF23}">
      <dgm:prSet/>
      <dgm:spPr/>
      <dgm:t>
        <a:bodyPr/>
        <a:lstStyle/>
        <a:p>
          <a:endParaRPr lang="ru-RU"/>
        </a:p>
      </dgm:t>
    </dgm:pt>
    <dgm:pt modelId="{817F6C80-38F2-4F67-A140-09CB3E117CE3}">
      <dgm:prSet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Сохранять трудовой коллектив, поддерживать высокий технический уровень, способствующий успешной реализации поставленных целей, своевременному выявлению проблем и их эффективному решению.</a:t>
          </a:r>
        </a:p>
      </dgm:t>
    </dgm:pt>
    <dgm:pt modelId="{75B33C4B-41D5-43B7-A8AC-1BCA5A8C89D5}" type="parTrans" cxnId="{CC09A61F-760C-40DB-8222-68778A8B164C}">
      <dgm:prSet/>
      <dgm:spPr/>
      <dgm:t>
        <a:bodyPr/>
        <a:lstStyle/>
        <a:p>
          <a:endParaRPr lang="ru-RU"/>
        </a:p>
      </dgm:t>
    </dgm:pt>
    <dgm:pt modelId="{BB17E0E7-0777-4395-84AE-FA3A93E6E679}" type="sibTrans" cxnId="{CC09A61F-760C-40DB-8222-68778A8B164C}">
      <dgm:prSet/>
      <dgm:spPr/>
      <dgm:t>
        <a:bodyPr/>
        <a:lstStyle/>
        <a:p>
          <a:endParaRPr lang="ru-RU"/>
        </a:p>
      </dgm:t>
    </dgm:pt>
    <dgm:pt modelId="{FF51781A-A0B3-4153-8206-422E631AB55E}">
      <dgm:prSet/>
      <dgm:spPr/>
      <dgm:t>
        <a:bodyPr/>
        <a:lstStyle/>
        <a:p>
          <a:r>
            <a:rPr lang="ru-RU" b="0" dirty="0">
              <a:latin typeface="Times New Roman" panose="02020603050405020304" pitchFamily="18" charset="0"/>
              <a:cs typeface="Times New Roman" panose="02020603050405020304" pitchFamily="18" charset="0"/>
            </a:rPr>
            <a:t>В рамках постоянного улучшения системы менеджмента и соответствия интегрированной системы менеджмента требованиям стандартов ГОСТ Р ИСО 9001 и ГОСТ Р ИСО 14001:</a:t>
          </a:r>
        </a:p>
      </dgm:t>
    </dgm:pt>
    <dgm:pt modelId="{8474915B-6E38-469F-8C3D-CB78557B6094}" type="parTrans" cxnId="{73DC1C24-CDEA-458E-80D6-9DCA27BF20AA}">
      <dgm:prSet/>
      <dgm:spPr/>
      <dgm:t>
        <a:bodyPr/>
        <a:lstStyle/>
        <a:p>
          <a:endParaRPr lang="ru-RU"/>
        </a:p>
      </dgm:t>
    </dgm:pt>
    <dgm:pt modelId="{EE483A7D-E36F-4372-B4C5-E5CD22A023B4}" type="sibTrans" cxnId="{73DC1C24-CDEA-458E-80D6-9DCA27BF20AA}">
      <dgm:prSet/>
      <dgm:spPr/>
      <dgm:t>
        <a:bodyPr/>
        <a:lstStyle/>
        <a:p>
          <a:endParaRPr lang="ru-RU"/>
        </a:p>
      </dgm:t>
    </dgm:pt>
    <dgm:pt modelId="{CE95C367-B18F-4C2D-8B0C-E979711C4E70}">
      <dgm:prSet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Иметь долгосрочные планы до 2025 и 2030 годов.</a:t>
          </a:r>
        </a:p>
      </dgm:t>
    </dgm:pt>
    <dgm:pt modelId="{FDA06FEB-838F-4C2B-9739-8179F3980BD9}" type="parTrans" cxnId="{6231387A-9D1F-4CA9-A479-E81E424F3F4A}">
      <dgm:prSet/>
      <dgm:spPr/>
      <dgm:t>
        <a:bodyPr/>
        <a:lstStyle/>
        <a:p>
          <a:endParaRPr lang="ru-RU"/>
        </a:p>
      </dgm:t>
    </dgm:pt>
    <dgm:pt modelId="{946F364D-1CD6-414D-B586-FE62543BFD7C}" type="sibTrans" cxnId="{6231387A-9D1F-4CA9-A479-E81E424F3F4A}">
      <dgm:prSet/>
      <dgm:spPr/>
      <dgm:t>
        <a:bodyPr/>
        <a:lstStyle/>
        <a:p>
          <a:endParaRPr lang="ru-RU"/>
        </a:p>
      </dgm:t>
    </dgm:pt>
    <dgm:pt modelId="{A0A59A04-964B-4838-89B9-F683923BF297}">
      <dgm:prSet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Постоянно улучшать и повышать результативность систем менеджмента качества и экологического менеджмента.</a:t>
          </a:r>
        </a:p>
      </dgm:t>
    </dgm:pt>
    <dgm:pt modelId="{7EA7B255-97AB-494B-9BAE-9E8CA813DB5B}" type="parTrans" cxnId="{A0DAB1C1-189D-41EC-BED0-04B2857BDE58}">
      <dgm:prSet/>
      <dgm:spPr/>
      <dgm:t>
        <a:bodyPr/>
        <a:lstStyle/>
        <a:p>
          <a:endParaRPr lang="ru-RU"/>
        </a:p>
      </dgm:t>
    </dgm:pt>
    <dgm:pt modelId="{A0545748-ED10-474C-9432-B12260BDF6E7}" type="sibTrans" cxnId="{A0DAB1C1-189D-41EC-BED0-04B2857BDE58}">
      <dgm:prSet/>
      <dgm:spPr/>
      <dgm:t>
        <a:bodyPr/>
        <a:lstStyle/>
        <a:p>
          <a:endParaRPr lang="ru-RU"/>
        </a:p>
      </dgm:t>
    </dgm:pt>
    <dgm:pt modelId="{BD4AFD74-53F4-4B83-9A02-73097F513387}">
      <dgm:prSet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Ежегодно устанавливать цели для реализации политики на всех уровнях организации.</a:t>
          </a:r>
        </a:p>
      </dgm:t>
    </dgm:pt>
    <dgm:pt modelId="{23D51E52-1311-4066-99E6-2068E213A4D0}" type="parTrans" cxnId="{A044FA9A-C4CE-44E1-8887-D367B393FA04}">
      <dgm:prSet/>
      <dgm:spPr/>
      <dgm:t>
        <a:bodyPr/>
        <a:lstStyle/>
        <a:p>
          <a:endParaRPr lang="ru-RU"/>
        </a:p>
      </dgm:t>
    </dgm:pt>
    <dgm:pt modelId="{3EDB82B4-74CE-4C87-8E95-49E930E607BA}" type="sibTrans" cxnId="{A044FA9A-C4CE-44E1-8887-D367B393FA04}">
      <dgm:prSet/>
      <dgm:spPr/>
      <dgm:t>
        <a:bodyPr/>
        <a:lstStyle/>
        <a:p>
          <a:endParaRPr lang="ru-RU"/>
        </a:p>
      </dgm:t>
    </dgm:pt>
    <dgm:pt modelId="{DB71A3A2-D44C-4A77-95C2-1F25FD29967E}">
      <dgm:prSet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Постоянно вести мониторинг и ежегодно анализировать среду организации.</a:t>
          </a:r>
        </a:p>
      </dgm:t>
    </dgm:pt>
    <dgm:pt modelId="{68943177-F124-4412-BB3E-6E19A96A7476}" type="parTrans" cxnId="{7C522DEE-C6DA-4A05-BA5C-1735258AC38F}">
      <dgm:prSet/>
      <dgm:spPr/>
      <dgm:t>
        <a:bodyPr/>
        <a:lstStyle/>
        <a:p>
          <a:endParaRPr lang="ru-RU"/>
        </a:p>
      </dgm:t>
    </dgm:pt>
    <dgm:pt modelId="{444198D1-6849-4491-A32A-42188ABD74DE}" type="sibTrans" cxnId="{7C522DEE-C6DA-4A05-BA5C-1735258AC38F}">
      <dgm:prSet/>
      <dgm:spPr/>
      <dgm:t>
        <a:bodyPr/>
        <a:lstStyle/>
        <a:p>
          <a:endParaRPr lang="ru-RU"/>
        </a:p>
      </dgm:t>
    </dgm:pt>
    <dgm:pt modelId="{E5A8B62C-04D9-46D8-B70C-C77719C49F58}">
      <dgm:prSet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Принимать решения на основе анализа и оценки данных и информации.</a:t>
          </a:r>
        </a:p>
      </dgm:t>
    </dgm:pt>
    <dgm:pt modelId="{65BD3446-2330-45E9-A5D1-5A901EBBEF77}" type="parTrans" cxnId="{98B7149B-A88D-4D9E-80AF-9D4875C8FE2A}">
      <dgm:prSet/>
      <dgm:spPr/>
      <dgm:t>
        <a:bodyPr/>
        <a:lstStyle/>
        <a:p>
          <a:endParaRPr lang="ru-RU"/>
        </a:p>
      </dgm:t>
    </dgm:pt>
    <dgm:pt modelId="{93CEBE77-AF04-4C3F-8DF6-FD04A7615E2F}" type="sibTrans" cxnId="{98B7149B-A88D-4D9E-80AF-9D4875C8FE2A}">
      <dgm:prSet/>
      <dgm:spPr/>
      <dgm:t>
        <a:bodyPr/>
        <a:lstStyle/>
        <a:p>
          <a:endParaRPr lang="ru-RU"/>
        </a:p>
      </dgm:t>
    </dgm:pt>
    <dgm:pt modelId="{DFCD3048-EEC8-4FC8-8D62-8BEC54DB2711}" type="pres">
      <dgm:prSet presAssocID="{693A1B2D-388B-4CBB-8CBD-C6A1DBEEC8AD}" presName="linear" presStyleCnt="0">
        <dgm:presLayoutVars>
          <dgm:dir/>
          <dgm:animLvl val="lvl"/>
          <dgm:resizeHandles val="exact"/>
        </dgm:presLayoutVars>
      </dgm:prSet>
      <dgm:spPr/>
    </dgm:pt>
    <dgm:pt modelId="{07D7F65F-1A53-4731-89A4-E751820A3DA5}" type="pres">
      <dgm:prSet presAssocID="{EA397877-58B6-4340-A921-6BE2ECDF5AD3}" presName="parentLin" presStyleCnt="0"/>
      <dgm:spPr/>
    </dgm:pt>
    <dgm:pt modelId="{05307754-07AF-4990-87AA-E668A44633EF}" type="pres">
      <dgm:prSet presAssocID="{EA397877-58B6-4340-A921-6BE2ECDF5AD3}" presName="parentLeftMargin" presStyleLbl="node1" presStyleIdx="0" presStyleCnt="3"/>
      <dgm:spPr/>
    </dgm:pt>
    <dgm:pt modelId="{BF985996-47DC-4D2F-8DB8-65D645A72406}" type="pres">
      <dgm:prSet presAssocID="{EA397877-58B6-4340-A921-6BE2ECDF5AD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AE19F14-8C03-47B9-852D-3C8E6D37267E}" type="pres">
      <dgm:prSet presAssocID="{EA397877-58B6-4340-A921-6BE2ECDF5AD3}" presName="negativeSpace" presStyleCnt="0"/>
      <dgm:spPr/>
    </dgm:pt>
    <dgm:pt modelId="{D083A5C7-FA1D-45ED-BB2B-DEC916200FA5}" type="pres">
      <dgm:prSet presAssocID="{EA397877-58B6-4340-A921-6BE2ECDF5AD3}" presName="childText" presStyleLbl="conFgAcc1" presStyleIdx="0" presStyleCnt="3">
        <dgm:presLayoutVars>
          <dgm:bulletEnabled val="1"/>
        </dgm:presLayoutVars>
      </dgm:prSet>
      <dgm:spPr/>
    </dgm:pt>
    <dgm:pt modelId="{DDC4E0AC-FCE8-4E1F-B16E-70CA5D6DCDB9}" type="pres">
      <dgm:prSet presAssocID="{452B75F7-B8ED-4848-80ED-A53666CBB312}" presName="spaceBetweenRectangles" presStyleCnt="0"/>
      <dgm:spPr/>
    </dgm:pt>
    <dgm:pt modelId="{E3056722-6796-4265-884B-90D2EE9A209C}" type="pres">
      <dgm:prSet presAssocID="{5B624D54-FE73-4226-A474-68FDCA75C2ED}" presName="parentLin" presStyleCnt="0"/>
      <dgm:spPr/>
    </dgm:pt>
    <dgm:pt modelId="{DB7385BF-2B37-486C-9490-8072E458EED6}" type="pres">
      <dgm:prSet presAssocID="{5B624D54-FE73-4226-A474-68FDCA75C2ED}" presName="parentLeftMargin" presStyleLbl="node1" presStyleIdx="0" presStyleCnt="3"/>
      <dgm:spPr/>
    </dgm:pt>
    <dgm:pt modelId="{39DEE941-E618-4346-BD54-70D73D6F184C}" type="pres">
      <dgm:prSet presAssocID="{5B624D54-FE73-4226-A474-68FDCA75C2E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7B3E690-B68D-48F5-A665-9885F86C661D}" type="pres">
      <dgm:prSet presAssocID="{5B624D54-FE73-4226-A474-68FDCA75C2ED}" presName="negativeSpace" presStyleCnt="0"/>
      <dgm:spPr/>
    </dgm:pt>
    <dgm:pt modelId="{E3A7AD51-696F-41A9-9806-E1A39175B418}" type="pres">
      <dgm:prSet presAssocID="{5B624D54-FE73-4226-A474-68FDCA75C2ED}" presName="childText" presStyleLbl="conFgAcc1" presStyleIdx="1" presStyleCnt="3">
        <dgm:presLayoutVars>
          <dgm:bulletEnabled val="1"/>
        </dgm:presLayoutVars>
      </dgm:prSet>
      <dgm:spPr/>
    </dgm:pt>
    <dgm:pt modelId="{A50249C5-CF40-40BC-946B-F9FFC477B305}" type="pres">
      <dgm:prSet presAssocID="{C74E9F8F-BA2F-4003-9195-1B3033547C89}" presName="spaceBetweenRectangles" presStyleCnt="0"/>
      <dgm:spPr/>
    </dgm:pt>
    <dgm:pt modelId="{32B3477F-2C2D-4B52-8D0F-F31270CCEF55}" type="pres">
      <dgm:prSet presAssocID="{FF51781A-A0B3-4153-8206-422E631AB55E}" presName="parentLin" presStyleCnt="0"/>
      <dgm:spPr/>
    </dgm:pt>
    <dgm:pt modelId="{29B1F595-8B45-400E-A3A9-5BADAE551D8A}" type="pres">
      <dgm:prSet presAssocID="{FF51781A-A0B3-4153-8206-422E631AB55E}" presName="parentLeftMargin" presStyleLbl="node1" presStyleIdx="1" presStyleCnt="3"/>
      <dgm:spPr/>
    </dgm:pt>
    <dgm:pt modelId="{018135E1-D36A-4461-99B1-DDC608D770B5}" type="pres">
      <dgm:prSet presAssocID="{FF51781A-A0B3-4153-8206-422E631AB55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1C2CC5E-187A-4147-8958-155A953EA5A9}" type="pres">
      <dgm:prSet presAssocID="{FF51781A-A0B3-4153-8206-422E631AB55E}" presName="negativeSpace" presStyleCnt="0"/>
      <dgm:spPr/>
    </dgm:pt>
    <dgm:pt modelId="{4CFA7507-85F5-48C2-8A98-F7770F645CD2}" type="pres">
      <dgm:prSet presAssocID="{FF51781A-A0B3-4153-8206-422E631AB55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B2FF50F-D399-493E-8D20-4FE85414ABB1}" type="presOf" srcId="{BD4AFD74-53F4-4B83-9A02-73097F513387}" destId="{4CFA7507-85F5-48C2-8A98-F7770F645CD2}" srcOrd="0" destOrd="2" presId="urn:microsoft.com/office/officeart/2005/8/layout/list1"/>
    <dgm:cxn modelId="{CC09A61F-760C-40DB-8222-68778A8B164C}" srcId="{5B624D54-FE73-4226-A474-68FDCA75C2ED}" destId="{817F6C80-38F2-4F67-A140-09CB3E117CE3}" srcOrd="0" destOrd="0" parTransId="{75B33C4B-41D5-43B7-A8AC-1BCA5A8C89D5}" sibTransId="{BB17E0E7-0777-4395-84AE-FA3A93E6E679}"/>
    <dgm:cxn modelId="{5762CE22-7DEA-4F75-B411-77902496DFE3}" type="presOf" srcId="{DB71A3A2-D44C-4A77-95C2-1F25FD29967E}" destId="{4CFA7507-85F5-48C2-8A98-F7770F645CD2}" srcOrd="0" destOrd="3" presId="urn:microsoft.com/office/officeart/2005/8/layout/list1"/>
    <dgm:cxn modelId="{73DC1C24-CDEA-458E-80D6-9DCA27BF20AA}" srcId="{693A1B2D-388B-4CBB-8CBD-C6A1DBEEC8AD}" destId="{FF51781A-A0B3-4153-8206-422E631AB55E}" srcOrd="2" destOrd="0" parTransId="{8474915B-6E38-469F-8C3D-CB78557B6094}" sibTransId="{EE483A7D-E36F-4372-B4C5-E5CD22A023B4}"/>
    <dgm:cxn modelId="{80D03833-D402-41E6-8486-8DAD3DFAC819}" type="presOf" srcId="{287A3839-EABF-4480-8A59-4A1C708DAF48}" destId="{D083A5C7-FA1D-45ED-BB2B-DEC916200FA5}" srcOrd="0" destOrd="0" presId="urn:microsoft.com/office/officeart/2005/8/layout/list1"/>
    <dgm:cxn modelId="{FD7F2842-6023-4603-B352-D30CA3DCF3F5}" type="presOf" srcId="{E5A8B62C-04D9-46D8-B70C-C77719C49F58}" destId="{4CFA7507-85F5-48C2-8A98-F7770F645CD2}" srcOrd="0" destOrd="4" presId="urn:microsoft.com/office/officeart/2005/8/layout/list1"/>
    <dgm:cxn modelId="{BDA4AA63-4DB2-4F68-A892-9D3146D831F2}" type="presOf" srcId="{CE95C367-B18F-4C2D-8B0C-E979711C4E70}" destId="{4CFA7507-85F5-48C2-8A98-F7770F645CD2}" srcOrd="0" destOrd="0" presId="urn:microsoft.com/office/officeart/2005/8/layout/list1"/>
    <dgm:cxn modelId="{C625764B-F252-414C-875E-3A678F1FD1A7}" type="presOf" srcId="{EA397877-58B6-4340-A921-6BE2ECDF5AD3}" destId="{05307754-07AF-4990-87AA-E668A44633EF}" srcOrd="0" destOrd="0" presId="urn:microsoft.com/office/officeart/2005/8/layout/list1"/>
    <dgm:cxn modelId="{5E0D254D-EB68-4566-AD45-87F2927C9688}" srcId="{693A1B2D-388B-4CBB-8CBD-C6A1DBEEC8AD}" destId="{EA397877-58B6-4340-A921-6BE2ECDF5AD3}" srcOrd="0" destOrd="0" parTransId="{90EE011D-DFA2-4DC8-9574-57E68062E7AD}" sibTransId="{452B75F7-B8ED-4848-80ED-A53666CBB312}"/>
    <dgm:cxn modelId="{6231387A-9D1F-4CA9-A479-E81E424F3F4A}" srcId="{FF51781A-A0B3-4153-8206-422E631AB55E}" destId="{CE95C367-B18F-4C2D-8B0C-E979711C4E70}" srcOrd="0" destOrd="0" parTransId="{FDA06FEB-838F-4C2B-9739-8179F3980BD9}" sibTransId="{946F364D-1CD6-414D-B586-FE62543BFD7C}"/>
    <dgm:cxn modelId="{1F8AEA7E-025B-4B6B-988A-7B4C31BB452B}" type="presOf" srcId="{FCC16562-AE0F-4CCC-B59D-FAEB2D7201F6}" destId="{D083A5C7-FA1D-45ED-BB2B-DEC916200FA5}" srcOrd="0" destOrd="1" presId="urn:microsoft.com/office/officeart/2005/8/layout/list1"/>
    <dgm:cxn modelId="{A044FA9A-C4CE-44E1-8887-D367B393FA04}" srcId="{FF51781A-A0B3-4153-8206-422E631AB55E}" destId="{BD4AFD74-53F4-4B83-9A02-73097F513387}" srcOrd="2" destOrd="0" parTransId="{23D51E52-1311-4066-99E6-2068E213A4D0}" sibTransId="{3EDB82B4-74CE-4C87-8E95-49E930E607BA}"/>
    <dgm:cxn modelId="{98B7149B-A88D-4D9E-80AF-9D4875C8FE2A}" srcId="{FF51781A-A0B3-4153-8206-422E631AB55E}" destId="{E5A8B62C-04D9-46D8-B70C-C77719C49F58}" srcOrd="4" destOrd="0" parTransId="{65BD3446-2330-45E9-A5D1-5A901EBBEF77}" sibTransId="{93CEBE77-AF04-4C3F-8DF6-FD04A7615E2F}"/>
    <dgm:cxn modelId="{2FC14FA2-6418-4C82-B064-1E262ADA172F}" type="presOf" srcId="{817F6C80-38F2-4F67-A140-09CB3E117CE3}" destId="{E3A7AD51-696F-41A9-9806-E1A39175B418}" srcOrd="0" destOrd="0" presId="urn:microsoft.com/office/officeart/2005/8/layout/list1"/>
    <dgm:cxn modelId="{EBD57EA2-DF5D-40C4-AB51-C6FC406FF384}" type="presOf" srcId="{FF51781A-A0B3-4153-8206-422E631AB55E}" destId="{29B1F595-8B45-400E-A3A9-5BADAE551D8A}" srcOrd="0" destOrd="0" presId="urn:microsoft.com/office/officeart/2005/8/layout/list1"/>
    <dgm:cxn modelId="{3BCC3EA4-2777-4BC2-A2E4-501A51B7ED60}" type="presOf" srcId="{FF51781A-A0B3-4153-8206-422E631AB55E}" destId="{018135E1-D36A-4461-99B1-DDC608D770B5}" srcOrd="1" destOrd="0" presId="urn:microsoft.com/office/officeart/2005/8/layout/list1"/>
    <dgm:cxn modelId="{7FD569AB-442D-47A1-9AD2-05E1A12577DB}" type="presOf" srcId="{5B624D54-FE73-4226-A474-68FDCA75C2ED}" destId="{39DEE941-E618-4346-BD54-70D73D6F184C}" srcOrd="1" destOrd="0" presId="urn:microsoft.com/office/officeart/2005/8/layout/list1"/>
    <dgm:cxn modelId="{7C57BCAD-DA06-425C-8F89-B8FF294DEEB3}" srcId="{EA397877-58B6-4340-A921-6BE2ECDF5AD3}" destId="{7F872A22-A40B-4E9D-86C2-D425B8B27EE3}" srcOrd="2" destOrd="0" parTransId="{54D88478-1161-4270-8AE4-F6D236D57366}" sibTransId="{CAAB4D09-4E7B-4532-9D26-99D82DAEA376}"/>
    <dgm:cxn modelId="{26DF61AE-3C36-468F-81EB-75944DAEDF23}" srcId="{693A1B2D-388B-4CBB-8CBD-C6A1DBEEC8AD}" destId="{5B624D54-FE73-4226-A474-68FDCA75C2ED}" srcOrd="1" destOrd="0" parTransId="{A6B1AEED-BA63-43C4-9A57-7262C9906C44}" sibTransId="{C74E9F8F-BA2F-4003-9195-1B3033547C89}"/>
    <dgm:cxn modelId="{A0DAB1C1-189D-41EC-BED0-04B2857BDE58}" srcId="{FF51781A-A0B3-4153-8206-422E631AB55E}" destId="{A0A59A04-964B-4838-89B9-F683923BF297}" srcOrd="1" destOrd="0" parTransId="{7EA7B255-97AB-494B-9BAE-9E8CA813DB5B}" sibTransId="{A0545748-ED10-474C-9432-B12260BDF6E7}"/>
    <dgm:cxn modelId="{07595BC9-ABCB-4811-9C4C-67153AAC6282}" srcId="{EA397877-58B6-4340-A921-6BE2ECDF5AD3}" destId="{FCC16562-AE0F-4CCC-B59D-FAEB2D7201F6}" srcOrd="1" destOrd="0" parTransId="{14C04A3D-FDD3-41B2-895F-CF1FE0675371}" sibTransId="{6DFE13D6-4550-4AB1-B0C1-DDE272DB2AC7}"/>
    <dgm:cxn modelId="{6192A7D4-B73D-4B83-9CE6-5F5DAC41B2DD}" type="presOf" srcId="{7F872A22-A40B-4E9D-86C2-D425B8B27EE3}" destId="{D083A5C7-FA1D-45ED-BB2B-DEC916200FA5}" srcOrd="0" destOrd="2" presId="urn:microsoft.com/office/officeart/2005/8/layout/list1"/>
    <dgm:cxn modelId="{4D7116DD-C27C-45B7-986C-B2E50D198DE8}" type="presOf" srcId="{5B624D54-FE73-4226-A474-68FDCA75C2ED}" destId="{DB7385BF-2B37-486C-9490-8072E458EED6}" srcOrd="0" destOrd="0" presId="urn:microsoft.com/office/officeart/2005/8/layout/list1"/>
    <dgm:cxn modelId="{C570D8E0-B917-4775-AB3D-3683DC064E85}" type="presOf" srcId="{A0A59A04-964B-4838-89B9-F683923BF297}" destId="{4CFA7507-85F5-48C2-8A98-F7770F645CD2}" srcOrd="0" destOrd="1" presId="urn:microsoft.com/office/officeart/2005/8/layout/list1"/>
    <dgm:cxn modelId="{9EFDE6EA-6592-4ADA-9917-9ABB40781CCC}" type="presOf" srcId="{693A1B2D-388B-4CBB-8CBD-C6A1DBEEC8AD}" destId="{DFCD3048-EEC8-4FC8-8D62-8BEC54DB2711}" srcOrd="0" destOrd="0" presId="urn:microsoft.com/office/officeart/2005/8/layout/list1"/>
    <dgm:cxn modelId="{7C522DEE-C6DA-4A05-BA5C-1735258AC38F}" srcId="{FF51781A-A0B3-4153-8206-422E631AB55E}" destId="{DB71A3A2-D44C-4A77-95C2-1F25FD29967E}" srcOrd="3" destOrd="0" parTransId="{68943177-F124-4412-BB3E-6E19A96A7476}" sibTransId="{444198D1-6849-4491-A32A-42188ABD74DE}"/>
    <dgm:cxn modelId="{82F218F4-AE2F-4E86-A173-DC3C72592BA6}" srcId="{EA397877-58B6-4340-A921-6BE2ECDF5AD3}" destId="{287A3839-EABF-4480-8A59-4A1C708DAF48}" srcOrd="0" destOrd="0" parTransId="{217C01E8-8F13-4BC4-91D7-B726CAD24FAB}" sibTransId="{39EB1716-A3BF-487B-AF8D-5F75F1AAABEA}"/>
    <dgm:cxn modelId="{8D782CF4-16B1-4263-8358-BC027A56451D}" type="presOf" srcId="{EA397877-58B6-4340-A921-6BE2ECDF5AD3}" destId="{BF985996-47DC-4D2F-8DB8-65D645A72406}" srcOrd="1" destOrd="0" presId="urn:microsoft.com/office/officeart/2005/8/layout/list1"/>
    <dgm:cxn modelId="{FE7EBAA7-5FC7-466D-B550-D44C71314BE8}" type="presParOf" srcId="{DFCD3048-EEC8-4FC8-8D62-8BEC54DB2711}" destId="{07D7F65F-1A53-4731-89A4-E751820A3DA5}" srcOrd="0" destOrd="0" presId="urn:microsoft.com/office/officeart/2005/8/layout/list1"/>
    <dgm:cxn modelId="{3C654CCD-0B50-404B-8D95-A4B1282BECC3}" type="presParOf" srcId="{07D7F65F-1A53-4731-89A4-E751820A3DA5}" destId="{05307754-07AF-4990-87AA-E668A44633EF}" srcOrd="0" destOrd="0" presId="urn:microsoft.com/office/officeart/2005/8/layout/list1"/>
    <dgm:cxn modelId="{895B570E-77C2-454E-9D66-0993E63233AF}" type="presParOf" srcId="{07D7F65F-1A53-4731-89A4-E751820A3DA5}" destId="{BF985996-47DC-4D2F-8DB8-65D645A72406}" srcOrd="1" destOrd="0" presId="urn:microsoft.com/office/officeart/2005/8/layout/list1"/>
    <dgm:cxn modelId="{5916D41C-5136-4C7D-8DD1-B0A58DC6E9CA}" type="presParOf" srcId="{DFCD3048-EEC8-4FC8-8D62-8BEC54DB2711}" destId="{1AE19F14-8C03-47B9-852D-3C8E6D37267E}" srcOrd="1" destOrd="0" presId="urn:microsoft.com/office/officeart/2005/8/layout/list1"/>
    <dgm:cxn modelId="{37E62D23-9E7D-4CD9-B7A3-592B3F7FF4C2}" type="presParOf" srcId="{DFCD3048-EEC8-4FC8-8D62-8BEC54DB2711}" destId="{D083A5C7-FA1D-45ED-BB2B-DEC916200FA5}" srcOrd="2" destOrd="0" presId="urn:microsoft.com/office/officeart/2005/8/layout/list1"/>
    <dgm:cxn modelId="{5D2AF96C-3632-4F1E-842D-C774F933BA63}" type="presParOf" srcId="{DFCD3048-EEC8-4FC8-8D62-8BEC54DB2711}" destId="{DDC4E0AC-FCE8-4E1F-B16E-70CA5D6DCDB9}" srcOrd="3" destOrd="0" presId="urn:microsoft.com/office/officeart/2005/8/layout/list1"/>
    <dgm:cxn modelId="{582C7B69-6851-433D-A1C0-22FF052FC357}" type="presParOf" srcId="{DFCD3048-EEC8-4FC8-8D62-8BEC54DB2711}" destId="{E3056722-6796-4265-884B-90D2EE9A209C}" srcOrd="4" destOrd="0" presId="urn:microsoft.com/office/officeart/2005/8/layout/list1"/>
    <dgm:cxn modelId="{D7F85D71-0329-4B1A-B24D-929622B9A088}" type="presParOf" srcId="{E3056722-6796-4265-884B-90D2EE9A209C}" destId="{DB7385BF-2B37-486C-9490-8072E458EED6}" srcOrd="0" destOrd="0" presId="urn:microsoft.com/office/officeart/2005/8/layout/list1"/>
    <dgm:cxn modelId="{80340834-F0A0-4E2E-AE6F-ADB2B111105A}" type="presParOf" srcId="{E3056722-6796-4265-884B-90D2EE9A209C}" destId="{39DEE941-E618-4346-BD54-70D73D6F184C}" srcOrd="1" destOrd="0" presId="urn:microsoft.com/office/officeart/2005/8/layout/list1"/>
    <dgm:cxn modelId="{4766695A-7B1E-44CC-B413-70B101C08D2A}" type="presParOf" srcId="{DFCD3048-EEC8-4FC8-8D62-8BEC54DB2711}" destId="{C7B3E690-B68D-48F5-A665-9885F86C661D}" srcOrd="5" destOrd="0" presId="urn:microsoft.com/office/officeart/2005/8/layout/list1"/>
    <dgm:cxn modelId="{5A88AEE1-0DCD-4E21-8974-A48399E3E512}" type="presParOf" srcId="{DFCD3048-EEC8-4FC8-8D62-8BEC54DB2711}" destId="{E3A7AD51-696F-41A9-9806-E1A39175B418}" srcOrd="6" destOrd="0" presId="urn:microsoft.com/office/officeart/2005/8/layout/list1"/>
    <dgm:cxn modelId="{021859E4-32C2-4BD1-88C3-12324E9712E7}" type="presParOf" srcId="{DFCD3048-EEC8-4FC8-8D62-8BEC54DB2711}" destId="{A50249C5-CF40-40BC-946B-F9FFC477B305}" srcOrd="7" destOrd="0" presId="urn:microsoft.com/office/officeart/2005/8/layout/list1"/>
    <dgm:cxn modelId="{D419FCBA-CE6D-4348-87E4-DB99C49EDFC9}" type="presParOf" srcId="{DFCD3048-EEC8-4FC8-8D62-8BEC54DB2711}" destId="{32B3477F-2C2D-4B52-8D0F-F31270CCEF55}" srcOrd="8" destOrd="0" presId="urn:microsoft.com/office/officeart/2005/8/layout/list1"/>
    <dgm:cxn modelId="{E7D6E42E-409C-4228-B024-43D50C053349}" type="presParOf" srcId="{32B3477F-2C2D-4B52-8D0F-F31270CCEF55}" destId="{29B1F595-8B45-400E-A3A9-5BADAE551D8A}" srcOrd="0" destOrd="0" presId="urn:microsoft.com/office/officeart/2005/8/layout/list1"/>
    <dgm:cxn modelId="{16B7B193-089F-4336-A3A5-A009615D065D}" type="presParOf" srcId="{32B3477F-2C2D-4B52-8D0F-F31270CCEF55}" destId="{018135E1-D36A-4461-99B1-DDC608D770B5}" srcOrd="1" destOrd="0" presId="urn:microsoft.com/office/officeart/2005/8/layout/list1"/>
    <dgm:cxn modelId="{FD1BAB4F-4C64-4FB0-A813-423DD74EFB3E}" type="presParOf" srcId="{DFCD3048-EEC8-4FC8-8D62-8BEC54DB2711}" destId="{91C2CC5E-187A-4147-8958-155A953EA5A9}" srcOrd="9" destOrd="0" presId="urn:microsoft.com/office/officeart/2005/8/layout/list1"/>
    <dgm:cxn modelId="{F8CF1A3E-661D-40C0-8998-1089C89BF3F9}" type="presParOf" srcId="{DFCD3048-EEC8-4FC8-8D62-8BEC54DB2711}" destId="{4CFA7507-85F5-48C2-8A98-F7770F645CD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82EBAD-CF24-46D3-8B75-9FB706901663}">
      <dsp:nvSpPr>
        <dsp:cNvPr id="0" name=""/>
        <dsp:cNvSpPr/>
      </dsp:nvSpPr>
      <dsp:spPr>
        <a:xfrm>
          <a:off x="470580" y="282128"/>
          <a:ext cx="4224326" cy="1368151"/>
        </a:xfrm>
        <a:prstGeom prst="rect">
          <a:avLst/>
        </a:prstGeom>
        <a:solidFill>
          <a:schemeClr val="accent1">
            <a:alpha val="4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718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Расширение бизнеса, внедрение современных технологий и инноваций в области производства, продвижения и управления</a:t>
          </a:r>
        </a:p>
      </dsp:txBody>
      <dsp:txXfrm>
        <a:off x="470580" y="282128"/>
        <a:ext cx="4224326" cy="1368151"/>
      </dsp:txXfrm>
    </dsp:sp>
    <dsp:sp modelId="{79166B1A-5779-43B0-9F7B-EE9B27240422}">
      <dsp:nvSpPr>
        <dsp:cNvPr id="0" name=""/>
        <dsp:cNvSpPr/>
      </dsp:nvSpPr>
      <dsp:spPr>
        <a:xfrm>
          <a:off x="224017" y="89242"/>
          <a:ext cx="952562" cy="1428843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9000" r="-59000"/>
          </a:stretch>
        </a:blip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E87EC9-102B-4110-8CAD-CC24361A57B7}">
      <dsp:nvSpPr>
        <dsp:cNvPr id="0" name=""/>
        <dsp:cNvSpPr/>
      </dsp:nvSpPr>
      <dsp:spPr>
        <a:xfrm>
          <a:off x="5243550" y="284343"/>
          <a:ext cx="4109496" cy="1365198"/>
        </a:xfrm>
        <a:prstGeom prst="rect">
          <a:avLst/>
        </a:prstGeom>
        <a:solidFill>
          <a:schemeClr val="accent1">
            <a:alpha val="4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718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Повышение операционной эффективности, улучшения производительности и снижения издержек</a:t>
          </a:r>
        </a:p>
      </dsp:txBody>
      <dsp:txXfrm>
        <a:off x="5243550" y="284343"/>
        <a:ext cx="4109496" cy="1365198"/>
      </dsp:txXfrm>
    </dsp:sp>
    <dsp:sp modelId="{9BE8412F-E1E3-4F57-9B39-656AC46B2CA0}">
      <dsp:nvSpPr>
        <dsp:cNvPr id="0" name=""/>
        <dsp:cNvSpPr/>
      </dsp:nvSpPr>
      <dsp:spPr>
        <a:xfrm>
          <a:off x="4939572" y="89980"/>
          <a:ext cx="952562" cy="1428843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3000" r="-63000"/>
          </a:stretch>
        </a:blip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8CC272-89B1-443B-8102-38351CFA33EF}">
      <dsp:nvSpPr>
        <dsp:cNvPr id="0" name=""/>
        <dsp:cNvSpPr/>
      </dsp:nvSpPr>
      <dsp:spPr>
        <a:xfrm>
          <a:off x="311627" y="2002577"/>
          <a:ext cx="4354571" cy="1360803"/>
        </a:xfrm>
        <a:prstGeom prst="rect">
          <a:avLst/>
        </a:prstGeom>
        <a:solidFill>
          <a:schemeClr val="accent1">
            <a:alpha val="4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718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Обеспечение экологической безопасности и поддержания безопасных условий труда</a:t>
          </a:r>
        </a:p>
      </dsp:txBody>
      <dsp:txXfrm>
        <a:off x="311627" y="2002577"/>
        <a:ext cx="4354571" cy="1360803"/>
      </dsp:txXfrm>
    </dsp:sp>
    <dsp:sp modelId="{211B4902-469A-4C85-B0AA-C99A8E26447E}">
      <dsp:nvSpPr>
        <dsp:cNvPr id="0" name=""/>
        <dsp:cNvSpPr/>
      </dsp:nvSpPr>
      <dsp:spPr>
        <a:xfrm>
          <a:off x="130187" y="1806017"/>
          <a:ext cx="952562" cy="1428843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3E93CA-03BF-46C4-A21A-C94CA1D434DF}">
      <dsp:nvSpPr>
        <dsp:cNvPr id="0" name=""/>
        <dsp:cNvSpPr/>
      </dsp:nvSpPr>
      <dsp:spPr>
        <a:xfrm>
          <a:off x="5092305" y="2002577"/>
          <a:ext cx="4354571" cy="1360803"/>
        </a:xfrm>
        <a:prstGeom prst="rect">
          <a:avLst/>
        </a:prstGeom>
        <a:solidFill>
          <a:schemeClr val="accent1">
            <a:alpha val="4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718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Повышение качества продукции и индекса удовлетворенности клиентов</a:t>
          </a:r>
        </a:p>
      </dsp:txBody>
      <dsp:txXfrm>
        <a:off x="5092305" y="2002577"/>
        <a:ext cx="4354571" cy="1360803"/>
      </dsp:txXfrm>
    </dsp:sp>
    <dsp:sp modelId="{6976D84B-D546-47B7-9A3E-A3D637858A24}">
      <dsp:nvSpPr>
        <dsp:cNvPr id="0" name=""/>
        <dsp:cNvSpPr/>
      </dsp:nvSpPr>
      <dsp:spPr>
        <a:xfrm>
          <a:off x="4910864" y="1806017"/>
          <a:ext cx="952562" cy="1428843"/>
        </a:xfrm>
        <a:prstGeom prst="rect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3000" r="-93000"/>
          </a:stretch>
        </a:blip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C0D0AA-2A22-4FE2-A684-2E91744ACEA6}">
      <dsp:nvSpPr>
        <dsp:cNvPr id="0" name=""/>
        <dsp:cNvSpPr/>
      </dsp:nvSpPr>
      <dsp:spPr>
        <a:xfrm>
          <a:off x="2701966" y="3715678"/>
          <a:ext cx="4354571" cy="1360803"/>
        </a:xfrm>
        <a:prstGeom prst="rect">
          <a:avLst/>
        </a:prstGeom>
        <a:solidFill>
          <a:schemeClr val="accent1">
            <a:alpha val="4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1718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Поддержания благоприятного психологического климата в коллективе</a:t>
          </a:r>
        </a:p>
      </dsp:txBody>
      <dsp:txXfrm>
        <a:off x="2701966" y="3715678"/>
        <a:ext cx="4354571" cy="1360803"/>
      </dsp:txXfrm>
    </dsp:sp>
    <dsp:sp modelId="{5869243E-9F48-44FE-8974-C7DD7D3B3D3A}">
      <dsp:nvSpPr>
        <dsp:cNvPr id="0" name=""/>
        <dsp:cNvSpPr/>
      </dsp:nvSpPr>
      <dsp:spPr>
        <a:xfrm>
          <a:off x="2520526" y="3519117"/>
          <a:ext cx="952562" cy="1428843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3000" r="-63000"/>
          </a:stretch>
        </a:blip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ADF2DB-2A08-4987-88AC-59763D7F6E3F}">
      <dsp:nvSpPr>
        <dsp:cNvPr id="0" name=""/>
        <dsp:cNvSpPr/>
      </dsp:nvSpPr>
      <dsp:spPr>
        <a:xfrm>
          <a:off x="0" y="347478"/>
          <a:ext cx="10801200" cy="1252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93" tIns="312420" rIns="838293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Выпускать высококачественную, конкурентоспособную продукцию и предоставлять сервисы, которые наилучшим образом соответствуют запросам потребителей и ожиданиям всех заинтересованных сторон.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Сохранять существующие и осваивать новые рынки сбыта продукции (в том числе инновационной) и услуги по ее применению.</a:t>
          </a:r>
        </a:p>
      </dsp:txBody>
      <dsp:txXfrm>
        <a:off x="0" y="347478"/>
        <a:ext cx="10801200" cy="1252125"/>
      </dsp:txXfrm>
    </dsp:sp>
    <dsp:sp modelId="{CFD0F414-EC9B-42FF-936D-F961A11AEFB7}">
      <dsp:nvSpPr>
        <dsp:cNvPr id="0" name=""/>
        <dsp:cNvSpPr/>
      </dsp:nvSpPr>
      <dsp:spPr>
        <a:xfrm>
          <a:off x="540060" y="126078"/>
          <a:ext cx="756084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82" tIns="0" rIns="28578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В рамках  расширения бизнеса:</a:t>
          </a:r>
        </a:p>
      </dsp:txBody>
      <dsp:txXfrm>
        <a:off x="561676" y="147694"/>
        <a:ext cx="7517608" cy="399568"/>
      </dsp:txXfrm>
    </dsp:sp>
    <dsp:sp modelId="{0D299FDD-9042-4514-B10B-7F29FE7B161B}">
      <dsp:nvSpPr>
        <dsp:cNvPr id="0" name=""/>
        <dsp:cNvSpPr/>
      </dsp:nvSpPr>
      <dsp:spPr>
        <a:xfrm>
          <a:off x="0" y="1902004"/>
          <a:ext cx="10801200" cy="826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93" tIns="312420" rIns="838293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Реализовать компетенцию дочерних обществ в технологии производства продукции в рамках вертикально интегрированной бизнес-модели с установлением контроля за технологией производства.</a:t>
          </a:r>
        </a:p>
      </dsp:txBody>
      <dsp:txXfrm>
        <a:off x="0" y="1902004"/>
        <a:ext cx="10801200" cy="826875"/>
      </dsp:txXfrm>
    </dsp:sp>
    <dsp:sp modelId="{5D0C62C2-399F-469D-8FC3-9025BB238A89}">
      <dsp:nvSpPr>
        <dsp:cNvPr id="0" name=""/>
        <dsp:cNvSpPr/>
      </dsp:nvSpPr>
      <dsp:spPr>
        <a:xfrm>
          <a:off x="540060" y="1680604"/>
          <a:ext cx="756084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82" tIns="0" rIns="28578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В рамках повышения операционной эффективности:</a:t>
          </a:r>
        </a:p>
      </dsp:txBody>
      <dsp:txXfrm>
        <a:off x="561676" y="1702220"/>
        <a:ext cx="7517608" cy="399568"/>
      </dsp:txXfrm>
    </dsp:sp>
    <dsp:sp modelId="{17CF071C-E789-410A-95F9-20B72101A8B4}">
      <dsp:nvSpPr>
        <dsp:cNvPr id="0" name=""/>
        <dsp:cNvSpPr/>
      </dsp:nvSpPr>
      <dsp:spPr>
        <a:xfrm>
          <a:off x="0" y="3031279"/>
          <a:ext cx="10801200" cy="2315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93" tIns="312420" rIns="838293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Минимизировать возможное вредное воздействие на окружающую среду при производстве и использовании продукции.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Рационально использовать природные, энергетические и материальные ресурсы без ущерба для качества и сохранения окружающей среды.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Формировать систему экологического (природоохранного) законодательства, нормативных требования, связанных с экологическими аспектами, требованиями потребителей и других принятых требований по вопросам окружающей среды.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Проводить мероприятия по снижению рисков аварий и инцидентов производственных объектах и дорожно-транспортных происшествий при выполнении производственных задач.</a:t>
          </a:r>
        </a:p>
      </dsp:txBody>
      <dsp:txXfrm>
        <a:off x="0" y="3031279"/>
        <a:ext cx="10801200" cy="2315250"/>
      </dsp:txXfrm>
    </dsp:sp>
    <dsp:sp modelId="{0D5F6F9A-6E88-4456-89BA-72F2D3EB9AB1}">
      <dsp:nvSpPr>
        <dsp:cNvPr id="0" name=""/>
        <dsp:cNvSpPr/>
      </dsp:nvSpPr>
      <dsp:spPr>
        <a:xfrm>
          <a:off x="540060" y="2809879"/>
          <a:ext cx="756084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82" tIns="0" rIns="285782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В рамках экологической безопасности и поддержания безопасных условий труда:</a:t>
          </a:r>
        </a:p>
      </dsp:txBody>
      <dsp:txXfrm>
        <a:off x="561676" y="2831495"/>
        <a:ext cx="7517608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83A5C7-FA1D-45ED-BB2B-DEC916200FA5}">
      <dsp:nvSpPr>
        <dsp:cNvPr id="0" name=""/>
        <dsp:cNvSpPr/>
      </dsp:nvSpPr>
      <dsp:spPr>
        <a:xfrm>
          <a:off x="0" y="275961"/>
          <a:ext cx="10972800" cy="1389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1611" tIns="291592" rIns="85161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Развивать взаимодействие с поставщиками сырья, материалов и услуг, стимулируя поставщиков к соответствию их продукции специфическим требованиям покупателей.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Постоянно улучшать качество и конкурентоспособность выпускаемой продукции, расширять ее ассортимент.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Устанавливать взаимовыгодные отношения с потребителями, поставщиками, партнерами и другими заинтересованными сторонами.</a:t>
          </a:r>
        </a:p>
      </dsp:txBody>
      <dsp:txXfrm>
        <a:off x="0" y="275961"/>
        <a:ext cx="10972800" cy="1389150"/>
      </dsp:txXfrm>
    </dsp:sp>
    <dsp:sp modelId="{BF985996-47DC-4D2F-8DB8-65D645A72406}">
      <dsp:nvSpPr>
        <dsp:cNvPr id="0" name=""/>
        <dsp:cNvSpPr/>
      </dsp:nvSpPr>
      <dsp:spPr>
        <a:xfrm>
          <a:off x="548640" y="69321"/>
          <a:ext cx="7680960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322" tIns="0" rIns="29032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В рамках повышения качества продукции и индекса удовлетворенности клиента:</a:t>
          </a:r>
          <a:endParaRPr lang="ru-RU" sz="1400" kern="1200"/>
        </a:p>
      </dsp:txBody>
      <dsp:txXfrm>
        <a:off x="568815" y="89496"/>
        <a:ext cx="7640610" cy="372930"/>
      </dsp:txXfrm>
    </dsp:sp>
    <dsp:sp modelId="{E3A7AD51-696F-41A9-9806-E1A39175B418}">
      <dsp:nvSpPr>
        <dsp:cNvPr id="0" name=""/>
        <dsp:cNvSpPr/>
      </dsp:nvSpPr>
      <dsp:spPr>
        <a:xfrm>
          <a:off x="0" y="1947351"/>
          <a:ext cx="10972800" cy="771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1611" tIns="291592" rIns="85161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Сохранять трудовой коллектив, поддерживать высокий технический уровень, способствующий успешной реализации поставленных целей, своевременному выявлению проблем и их эффективному решению.</a:t>
          </a:r>
        </a:p>
      </dsp:txBody>
      <dsp:txXfrm>
        <a:off x="0" y="1947351"/>
        <a:ext cx="10972800" cy="771750"/>
      </dsp:txXfrm>
    </dsp:sp>
    <dsp:sp modelId="{39DEE941-E618-4346-BD54-70D73D6F184C}">
      <dsp:nvSpPr>
        <dsp:cNvPr id="0" name=""/>
        <dsp:cNvSpPr/>
      </dsp:nvSpPr>
      <dsp:spPr>
        <a:xfrm>
          <a:off x="548640" y="1740711"/>
          <a:ext cx="7680960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322" tIns="0" rIns="29032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В рамках поддержания благоприятного психологического климата в коллективе:</a:t>
          </a:r>
        </a:p>
      </dsp:txBody>
      <dsp:txXfrm>
        <a:off x="568815" y="1760886"/>
        <a:ext cx="7640610" cy="372930"/>
      </dsp:txXfrm>
    </dsp:sp>
    <dsp:sp modelId="{4CFA7507-85F5-48C2-8A98-F7770F645CD2}">
      <dsp:nvSpPr>
        <dsp:cNvPr id="0" name=""/>
        <dsp:cNvSpPr/>
      </dsp:nvSpPr>
      <dsp:spPr>
        <a:xfrm>
          <a:off x="0" y="3001341"/>
          <a:ext cx="10972800" cy="14552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1611" tIns="291592" rIns="851611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Иметь долгосрочные планы до 2025 и 2030 годов.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Постоянно улучшать и повышать результативность систем менеджмента качества и экологического менеджмента.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Ежегодно устанавливать цели для реализации политики на всех уровнях организации.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Постоянно вести мониторинг и ежегодно анализировать среду организации.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Принимать решения на основе анализа и оценки данных и информации.</a:t>
          </a:r>
        </a:p>
      </dsp:txBody>
      <dsp:txXfrm>
        <a:off x="0" y="3001341"/>
        <a:ext cx="10972800" cy="1455299"/>
      </dsp:txXfrm>
    </dsp:sp>
    <dsp:sp modelId="{018135E1-D36A-4461-99B1-DDC608D770B5}">
      <dsp:nvSpPr>
        <dsp:cNvPr id="0" name=""/>
        <dsp:cNvSpPr/>
      </dsp:nvSpPr>
      <dsp:spPr>
        <a:xfrm>
          <a:off x="548640" y="2794701"/>
          <a:ext cx="7680960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322" tIns="0" rIns="29032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В рамках постоянного улучшения системы менеджмента и соответствия интегрированной системы менеджмента требованиям стандартов ГОСТ Р ИСО 9001 и ГОСТ Р ИСО 14001:</a:t>
          </a:r>
        </a:p>
      </dsp:txBody>
      <dsp:txXfrm>
        <a:off x="568815" y="2814876"/>
        <a:ext cx="7640610" cy="372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E89C7-D4E9-41CB-AAD1-6CE4900934E1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1C2CB-2979-49C7-89D0-22AEA2A752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669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1C2CB-2979-49C7-89D0-22AEA2A752B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565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978E-2F13-4D12-8C46-435343C3AF1C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978E-2F13-4D12-8C46-435343C3AF1C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978E-2F13-4D12-8C46-435343C3AF1C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978E-2F13-4D12-8C46-435343C3AF1C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978E-2F13-4D12-8C46-435343C3AF1C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978E-2F13-4D12-8C46-435343C3AF1C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978E-2F13-4D12-8C46-435343C3AF1C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978E-2F13-4D12-8C46-435343C3AF1C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978E-2F13-4D12-8C46-435343C3AF1C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978E-2F13-4D12-8C46-435343C3AF1C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978E-2F13-4D12-8C46-435343C3AF1C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2978E-2F13-4D12-8C46-435343C3AF1C}" type="datetimeFigureOut">
              <a:rPr lang="ru-RU" smtClean="0"/>
              <a:pPr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550B2-2C98-4E26-80B2-E4419654117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/>
          <p:cNvSpPr/>
          <p:nvPr/>
        </p:nvSpPr>
        <p:spPr>
          <a:xfrm>
            <a:off x="9408368" y="353957"/>
            <a:ext cx="2520280" cy="121444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Picture 2052" descr="logo polyplastic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EFFF3"/>
              </a:clrFrom>
              <a:clrTo>
                <a:srgbClr val="FEFFF3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76400" y="76200"/>
            <a:ext cx="289560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Прямая соединительная линия 8"/>
          <p:cNvCxnSpPr>
            <a:cxnSpLocks noChangeShapeType="1"/>
          </p:cNvCxnSpPr>
          <p:nvPr/>
        </p:nvCxn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 algn="ctr">
            <a:solidFill>
              <a:srgbClr val="003366"/>
            </a:solidFill>
            <a:round/>
            <a:headEnd/>
            <a:tailEnd/>
          </a:ln>
        </p:spPr>
      </p:cxnSp>
      <p:cxnSp>
        <p:nvCxnSpPr>
          <p:cNvPr id="6" name="Прямая соединительная линия 12"/>
          <p:cNvCxnSpPr>
            <a:cxnSpLocks noChangeShapeType="1"/>
          </p:cNvCxnSpPr>
          <p:nvPr/>
        </p:nvCxnSpPr>
        <p:spPr bwMode="auto">
          <a:xfrm>
            <a:off x="1524000" y="6324600"/>
            <a:ext cx="9144000" cy="0"/>
          </a:xfrm>
          <a:prstGeom prst="line">
            <a:avLst/>
          </a:prstGeom>
          <a:noFill/>
          <a:ln w="9525" algn="ctr">
            <a:solidFill>
              <a:srgbClr val="003366"/>
            </a:solidFill>
            <a:round/>
            <a:headEnd/>
            <a:tailEnd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FA6FEC1-8489-4943-B797-6662541AD133}"/>
              </a:ext>
            </a:extLst>
          </p:cNvPr>
          <p:cNvSpPr txBox="1"/>
          <p:nvPr/>
        </p:nvSpPr>
        <p:spPr>
          <a:xfrm>
            <a:off x="4439816" y="1539349"/>
            <a:ext cx="686521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Политика в области качества и экологии</a:t>
            </a:r>
          </a:p>
          <a:p>
            <a:endParaRPr lang="ru-RU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CD6D24-3009-4D86-93C2-86CD48DFE395}"/>
              </a:ext>
            </a:extLst>
          </p:cNvPr>
          <p:cNvSpPr txBox="1"/>
          <p:nvPr/>
        </p:nvSpPr>
        <p:spPr>
          <a:xfrm>
            <a:off x="9984432" y="2294604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01.03.2024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2396B29-A7B9-424F-A290-21D804402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904" y="3353694"/>
            <a:ext cx="6285521" cy="297510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115798-F54F-44AE-BD37-56D4F8CED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2656"/>
            <a:ext cx="1097280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Миссия Общества </a:t>
            </a:r>
            <a:b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области качества и экологии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90E322-4DE7-4AFE-94BE-545937D3D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2636912"/>
            <a:ext cx="10801200" cy="302433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Повышение качества жизни людей и эффективности экономики путем создания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надежной и безопасной коммунальной, промышленной и аграрной инфраструктуры за счет разработки и применения прогрессивных технологий в области трубопроводных систем и решений для очистки сточных вод, а также обеспечение потребностей различных отраслей производства в высококачественных композиционных материалах, соответствующих современным тенденциям мирового рынка термопластов.</a:t>
            </a:r>
          </a:p>
        </p:txBody>
      </p:sp>
    </p:spTree>
    <p:extLst>
      <p:ext uri="{BB962C8B-B14F-4D97-AF65-F5344CB8AC3E}">
        <p14:creationId xmlns:p14="http://schemas.microsoft.com/office/powerpoint/2010/main" val="12618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8FE6EF-ED10-4FBB-B5FE-559B26CD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135484"/>
            <a:ext cx="1097280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Стратегические цели</a:t>
            </a:r>
            <a:b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области качества и экологии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928CFE7-A1BC-4C76-A1E7-382571F215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468328"/>
              </p:ext>
            </p:extLst>
          </p:nvPr>
        </p:nvGraphicFramePr>
        <p:xfrm>
          <a:off x="1847528" y="1556792"/>
          <a:ext cx="9577064" cy="5165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01933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66B1A-5779-43B0-9F7B-EE9B272404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graphicEl>
                                              <a:dgm id="{79166B1A-5779-43B0-9F7B-EE9B272404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graphicEl>
                                              <a:dgm id="{79166B1A-5779-43B0-9F7B-EE9B272404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graphicEl>
                                              <a:dgm id="{79166B1A-5779-43B0-9F7B-EE9B272404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F82EBAD-CF24-46D3-8B75-9FB7069016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graphicEl>
                                              <a:dgm id="{BF82EBAD-CF24-46D3-8B75-9FB7069016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graphicEl>
                                              <a:dgm id="{BF82EBAD-CF24-46D3-8B75-9FB7069016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graphicEl>
                                              <a:dgm id="{BF82EBAD-CF24-46D3-8B75-9FB7069016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BE8412F-E1E3-4F57-9B39-656AC46B2C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graphicEl>
                                              <a:dgm id="{9BE8412F-E1E3-4F57-9B39-656AC46B2C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graphicEl>
                                              <a:dgm id="{9BE8412F-E1E3-4F57-9B39-656AC46B2C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graphicEl>
                                              <a:dgm id="{9BE8412F-E1E3-4F57-9B39-656AC46B2C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3E87EC9-102B-4110-8CAD-CC24361A57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graphicEl>
                                              <a:dgm id="{23E87EC9-102B-4110-8CAD-CC24361A57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graphicEl>
                                              <a:dgm id="{23E87EC9-102B-4110-8CAD-CC24361A57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graphicEl>
                                              <a:dgm id="{23E87EC9-102B-4110-8CAD-CC24361A57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11B4902-469A-4C85-B0AA-C99A8E2644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graphicEl>
                                              <a:dgm id="{211B4902-469A-4C85-B0AA-C99A8E2644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graphicEl>
                                              <a:dgm id="{211B4902-469A-4C85-B0AA-C99A8E2644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graphicEl>
                                              <a:dgm id="{211B4902-469A-4C85-B0AA-C99A8E2644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68CC272-89B1-443B-8102-38351CFA33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>
                                            <p:graphicEl>
                                              <a:dgm id="{B68CC272-89B1-443B-8102-38351CFA33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graphicEl>
                                              <a:dgm id="{B68CC272-89B1-443B-8102-38351CFA33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graphicEl>
                                              <a:dgm id="{B68CC272-89B1-443B-8102-38351CFA33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500"/>
                            </p:stCondLst>
                            <p:childTnLst>
                              <p:par>
                                <p:cTn id="4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976D84B-D546-47B7-9A3E-A3D637858A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graphicEl>
                                              <a:dgm id="{6976D84B-D546-47B7-9A3E-A3D637858A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graphicEl>
                                              <a:dgm id="{6976D84B-D546-47B7-9A3E-A3D637858A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graphicEl>
                                              <a:dgm id="{6976D84B-D546-47B7-9A3E-A3D637858A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83E93CA-03BF-46C4-A21A-C94CA1D434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graphicEl>
                                              <a:dgm id="{883E93CA-03BF-46C4-A21A-C94CA1D434D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graphicEl>
                                              <a:dgm id="{883E93CA-03BF-46C4-A21A-C94CA1D434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graphicEl>
                                              <a:dgm id="{883E93CA-03BF-46C4-A21A-C94CA1D434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500"/>
                            </p:stCondLst>
                            <p:childTnLst>
                              <p:par>
                                <p:cTn id="5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869243E-9F48-44FE-8974-C7DD7D3B3D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">
                                            <p:graphicEl>
                                              <a:dgm id="{5869243E-9F48-44FE-8974-C7DD7D3B3D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graphicEl>
                                              <a:dgm id="{5869243E-9F48-44FE-8974-C7DD7D3B3D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>
                                            <p:graphicEl>
                                              <a:dgm id="{5869243E-9F48-44FE-8974-C7DD7D3B3D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500"/>
                            </p:stCondLst>
                            <p:childTnLst>
                              <p:par>
                                <p:cTn id="6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C0D0AA-2A22-4FE2-A684-2E91744ACE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">
                                            <p:graphicEl>
                                              <a:dgm id="{16C0D0AA-2A22-4FE2-A684-2E91744ACE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>
                                            <p:graphicEl>
                                              <a:dgm id="{16C0D0AA-2A22-4FE2-A684-2E91744ACE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>
                                            <p:graphicEl>
                                              <a:dgm id="{16C0D0AA-2A22-4FE2-A684-2E91744ACE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35090D-2207-4A1A-B0E0-AC158CDB6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8640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ru-RU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Общества</a:t>
            </a:r>
            <a:br>
              <a:rPr lang="ru-RU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области качества и экологии</a:t>
            </a:r>
            <a:br>
              <a:rPr lang="ru-RU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22A1F812-F65E-4EAF-B5FD-962B35BB9B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1912195"/>
              </p:ext>
            </p:extLst>
          </p:nvPr>
        </p:nvGraphicFramePr>
        <p:xfrm>
          <a:off x="1055440" y="1334817"/>
          <a:ext cx="10801200" cy="5472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97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FD0F414-EC9B-42FF-936D-F961A11AEF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6">
                                            <p:graphicEl>
                                              <a:dgm id="{CFD0F414-EC9B-42FF-936D-F961A11AEF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1ADF2DB-2A08-4987-88AC-59763D7F6E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">
                                            <p:graphicEl>
                                              <a:dgm id="{01ADF2DB-2A08-4987-88AC-59763D7F6E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D0C62C2-399F-469D-8FC3-9025BB238A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6">
                                            <p:graphicEl>
                                              <a:dgm id="{5D0C62C2-399F-469D-8FC3-9025BB238A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D299FDD-9042-4514-B10B-7F29FE7B16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6">
                                            <p:graphicEl>
                                              <a:dgm id="{0D299FDD-9042-4514-B10B-7F29FE7B16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D5F6F9A-6E88-4456-89BA-72F2D3EB9A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6">
                                            <p:graphicEl>
                                              <a:dgm id="{0D5F6F9A-6E88-4456-89BA-72F2D3EB9A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7CF071C-E789-410A-95F9-20B72101A8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6">
                                            <p:graphicEl>
                                              <a:dgm id="{17CF071C-E789-410A-95F9-20B72101A8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 uiExpand="1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6BEA43-11D8-4F43-B30E-68DD6FD0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Общества</a:t>
            </a:r>
            <a:br>
              <a:rPr lang="ru-RU" sz="2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области качества и экологии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3CFAA6F1-4389-4668-9BAF-D5A6230EBE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263217"/>
              </p:ext>
            </p:extLst>
          </p:nvPr>
        </p:nvGraphicFramePr>
        <p:xfrm>
          <a:off x="609600" y="1600200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81443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1DE664F5-E1F1-4814-9932-3304E2A2674E}"/>
  <p:tag name="ISPRING_RESOURCE_FOLDER" val="\\server\Public\Группа Полипластик\Управление по работе с персоналом\Отдел развития персонала\Обучение персонала\Он-лайн обучение\Дистанционные курсы\Политика в области качества и экологии\Политика в области качества и экологии\"/>
  <p:tag name="ISPRING_PRESENTATION_PATH" val="\\server\Public\Группа Полипластик\Управление по работе с персоналом\Отдел развития персонала\Обучение персонала\Он-лайн обучение\Дистанционные курсы\Политика в области качества и экологии\Политика в области качества и экологии.pptx"/>
  <p:tag name="ISPRING_PROJECT_VERSION" val="9.3"/>
  <p:tag name="ISPRING_PROJECT_FOLDER_UPDATED" val="1"/>
  <p:tag name="ISPRING_SCREEN_RECS_UPDATED" val="\\server\Public\Группа Полипластик\Управление по работе с персоналом\Отдел развития персонала\Обучение персонала\Он-лайн обучение\Дистанционные курсы\Политика в области качества и экологии\Политика в области качества и экологии\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2007</TotalTime>
  <Words>462</Words>
  <Application>Microsoft Office PowerPoint</Application>
  <PresentationFormat>Широкоэкранный</PresentationFormat>
  <Paragraphs>35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Тема Office</vt:lpstr>
      <vt:lpstr>Презентация PowerPoint</vt:lpstr>
      <vt:lpstr>Миссия Общества  в области качества и экологии </vt:lpstr>
      <vt:lpstr>Стратегические цели в области качества и экологии</vt:lpstr>
      <vt:lpstr>Задачи Общества в области качества и экологии </vt:lpstr>
      <vt:lpstr>Задачи Общества в области качества и экологии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zhagrov</dc:creator>
  <cp:lastModifiedBy>Бойко Татьяна Викторовна</cp:lastModifiedBy>
  <cp:revision>74</cp:revision>
  <dcterms:created xsi:type="dcterms:W3CDTF">2010-07-30T11:15:07Z</dcterms:created>
  <dcterms:modified xsi:type="dcterms:W3CDTF">2026-10-15T08:03:57Z</dcterms:modified>
</cp:coreProperties>
</file>